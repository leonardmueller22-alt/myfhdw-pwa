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82" r:id="rId8"/>
    <p:sldId id="278" r:id="rId9"/>
    <p:sldId id="279" r:id="rId10"/>
    <p:sldId id="277" r:id="rId11"/>
    <p:sldId id="280" r:id="rId12"/>
    <p:sldId id="281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5"/>
    <p:restoredTop sz="94710"/>
  </p:normalViewPr>
  <p:slideViewPr>
    <p:cSldViewPr snapToGrid="0">
      <p:cViewPr varScale="1">
        <p:scale>
          <a:sx n="150" d="100"/>
          <a:sy n="150" d="100"/>
        </p:scale>
        <p:origin x="3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0C51CB-7E85-4B24-ADB3-E4A73B7A9FB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A906E1-06C9-4477-ACDE-CAA52B14AFDE}">
      <dgm:prSet/>
      <dgm:spPr/>
      <dgm:t>
        <a:bodyPr/>
        <a:lstStyle/>
        <a:p>
          <a:r>
            <a:rPr lang="de-DE"/>
            <a:t>Plattformunabhängig </a:t>
          </a:r>
          <a:endParaRPr lang="en-US"/>
        </a:p>
      </dgm:t>
    </dgm:pt>
    <dgm:pt modelId="{92BBF758-9F05-4597-8E2E-048E5EDFA980}" type="parTrans" cxnId="{803E91F2-B5C1-46E3-8714-2C29C208ACE1}">
      <dgm:prSet/>
      <dgm:spPr/>
      <dgm:t>
        <a:bodyPr/>
        <a:lstStyle/>
        <a:p>
          <a:endParaRPr lang="en-US"/>
        </a:p>
      </dgm:t>
    </dgm:pt>
    <dgm:pt modelId="{9339EBFE-48DC-43D6-9908-D0EF5A4B32E0}" type="sibTrans" cxnId="{803E91F2-B5C1-46E3-8714-2C29C208ACE1}">
      <dgm:prSet/>
      <dgm:spPr/>
      <dgm:t>
        <a:bodyPr/>
        <a:lstStyle/>
        <a:p>
          <a:endParaRPr lang="en-US"/>
        </a:p>
      </dgm:t>
    </dgm:pt>
    <dgm:pt modelId="{E9037C5D-D3B0-45BB-8AB0-2823FDFDF374}">
      <dgm:prSet/>
      <dgm:spPr/>
      <dgm:t>
        <a:bodyPr/>
        <a:lstStyle/>
        <a:p>
          <a:r>
            <a:rPr lang="de-DE"/>
            <a:t>Zugriff über den Browser</a:t>
          </a:r>
          <a:endParaRPr lang="en-US"/>
        </a:p>
      </dgm:t>
    </dgm:pt>
    <dgm:pt modelId="{DB3A8EEB-11B0-4224-96D8-6BE610EB9CB6}" type="parTrans" cxnId="{49344600-7826-49E5-A037-A63499E222CF}">
      <dgm:prSet/>
      <dgm:spPr/>
      <dgm:t>
        <a:bodyPr/>
        <a:lstStyle/>
        <a:p>
          <a:endParaRPr lang="en-US"/>
        </a:p>
      </dgm:t>
    </dgm:pt>
    <dgm:pt modelId="{54F906D5-E093-4228-B488-D273817167A5}" type="sibTrans" cxnId="{49344600-7826-49E5-A037-A63499E222CF}">
      <dgm:prSet/>
      <dgm:spPr/>
      <dgm:t>
        <a:bodyPr/>
        <a:lstStyle/>
        <a:p>
          <a:endParaRPr lang="en-US"/>
        </a:p>
      </dgm:t>
    </dgm:pt>
    <dgm:pt modelId="{383BBCC0-B8EA-4DD1-8924-B600A77B82F4}">
      <dgm:prSet/>
      <dgm:spPr/>
      <dgm:t>
        <a:bodyPr/>
        <a:lstStyle/>
        <a:p>
          <a:r>
            <a:rPr lang="de-DE"/>
            <a:t>Keine Installation erforderlich </a:t>
          </a:r>
          <a:br>
            <a:rPr lang="de-DE"/>
          </a:br>
          <a:endParaRPr lang="en-US"/>
        </a:p>
      </dgm:t>
    </dgm:pt>
    <dgm:pt modelId="{4EC194FC-92FE-4DF4-B553-273B8F65EAC3}" type="parTrans" cxnId="{3F82879C-D5CB-41A0-BFA7-1E4CA3543771}">
      <dgm:prSet/>
      <dgm:spPr/>
      <dgm:t>
        <a:bodyPr/>
        <a:lstStyle/>
        <a:p>
          <a:endParaRPr lang="en-US"/>
        </a:p>
      </dgm:t>
    </dgm:pt>
    <dgm:pt modelId="{73F82B84-568F-4416-9FAB-46A44A62C34F}" type="sibTrans" cxnId="{3F82879C-D5CB-41A0-BFA7-1E4CA3543771}">
      <dgm:prSet/>
      <dgm:spPr/>
      <dgm:t>
        <a:bodyPr/>
        <a:lstStyle/>
        <a:p>
          <a:endParaRPr lang="en-US"/>
        </a:p>
      </dgm:t>
    </dgm:pt>
    <dgm:pt modelId="{33C92C1E-6A5B-425A-B77D-F4598E5253A0}">
      <dgm:prSet/>
      <dgm:spPr/>
      <dgm:t>
        <a:bodyPr/>
        <a:lstStyle/>
        <a:p>
          <a:r>
            <a:rPr lang="de-DE"/>
            <a:t>Einschränkungen:</a:t>
          </a:r>
          <a:endParaRPr lang="en-US"/>
        </a:p>
      </dgm:t>
    </dgm:pt>
    <dgm:pt modelId="{0F6AAE4A-5FA2-4CB5-80D7-137A7FBC9EBE}" type="parTrans" cxnId="{153481EC-7B65-444B-8EB7-B33CA6683327}">
      <dgm:prSet/>
      <dgm:spPr/>
      <dgm:t>
        <a:bodyPr/>
        <a:lstStyle/>
        <a:p>
          <a:endParaRPr lang="en-US"/>
        </a:p>
      </dgm:t>
    </dgm:pt>
    <dgm:pt modelId="{ECB76CCC-EAB5-41D0-97B5-1AE991D99110}" type="sibTrans" cxnId="{153481EC-7B65-444B-8EB7-B33CA6683327}">
      <dgm:prSet/>
      <dgm:spPr/>
      <dgm:t>
        <a:bodyPr/>
        <a:lstStyle/>
        <a:p>
          <a:endParaRPr lang="en-US"/>
        </a:p>
      </dgm:t>
    </dgm:pt>
    <dgm:pt modelId="{67D957CE-0747-4CAD-ADA6-5AF8F667B88B}">
      <dgm:prSet/>
      <dgm:spPr/>
      <dgm:t>
        <a:bodyPr/>
        <a:lstStyle/>
        <a:p>
          <a:r>
            <a:rPr lang="de-DE"/>
            <a:t>Begrenzte Offline-Funktionalität</a:t>
          </a:r>
          <a:endParaRPr lang="en-US"/>
        </a:p>
      </dgm:t>
    </dgm:pt>
    <dgm:pt modelId="{43BB73DE-C514-4271-850B-5FF903E2C77B}" type="parTrans" cxnId="{F3B5F7EF-CE9E-482E-A071-A07F01AD9583}">
      <dgm:prSet/>
      <dgm:spPr/>
      <dgm:t>
        <a:bodyPr/>
        <a:lstStyle/>
        <a:p>
          <a:endParaRPr lang="en-US"/>
        </a:p>
      </dgm:t>
    </dgm:pt>
    <dgm:pt modelId="{AEA51A16-DDBC-49C1-81A7-26F29D589C87}" type="sibTrans" cxnId="{F3B5F7EF-CE9E-482E-A071-A07F01AD9583}">
      <dgm:prSet/>
      <dgm:spPr/>
      <dgm:t>
        <a:bodyPr/>
        <a:lstStyle/>
        <a:p>
          <a:endParaRPr lang="en-US"/>
        </a:p>
      </dgm:t>
    </dgm:pt>
    <dgm:pt modelId="{CFE75035-9A45-4F3D-8E97-485647CE648C}">
      <dgm:prSet/>
      <dgm:spPr/>
      <dgm:t>
        <a:bodyPr/>
        <a:lstStyle/>
        <a:p>
          <a:r>
            <a:rPr lang="de-DE"/>
            <a:t>Eingeschränkter Zugriff auf Gerätefunktionen </a:t>
          </a:r>
          <a:endParaRPr lang="en-US"/>
        </a:p>
      </dgm:t>
    </dgm:pt>
    <dgm:pt modelId="{FD64A24B-9BBD-41C4-BE7D-DC99EFD231AE}" type="parTrans" cxnId="{7EC7C23C-02FC-4FA6-B6CE-48A90D35BA0E}">
      <dgm:prSet/>
      <dgm:spPr/>
      <dgm:t>
        <a:bodyPr/>
        <a:lstStyle/>
        <a:p>
          <a:endParaRPr lang="en-US"/>
        </a:p>
      </dgm:t>
    </dgm:pt>
    <dgm:pt modelId="{3C2C47B2-821B-47C8-B918-99ECF5EEA90C}" type="sibTrans" cxnId="{7EC7C23C-02FC-4FA6-B6CE-48A90D35BA0E}">
      <dgm:prSet/>
      <dgm:spPr/>
      <dgm:t>
        <a:bodyPr/>
        <a:lstStyle/>
        <a:p>
          <a:endParaRPr lang="en-US"/>
        </a:p>
      </dgm:t>
    </dgm:pt>
    <dgm:pt modelId="{B850805F-B8EE-4D56-AD60-658FACD33792}">
      <dgm:prSet/>
      <dgm:spPr/>
      <dgm:t>
        <a:bodyPr/>
        <a:lstStyle/>
        <a:p>
          <a:r>
            <a:rPr lang="de-DE"/>
            <a:t>Geringere Performance bei komplexen Anwendungen </a:t>
          </a:r>
          <a:endParaRPr lang="en-US"/>
        </a:p>
      </dgm:t>
    </dgm:pt>
    <dgm:pt modelId="{5011FEA2-CC74-4D5D-80CA-296C3E60A642}" type="parTrans" cxnId="{41B7174C-0E99-4462-A89E-CC25D0F69A15}">
      <dgm:prSet/>
      <dgm:spPr/>
      <dgm:t>
        <a:bodyPr/>
        <a:lstStyle/>
        <a:p>
          <a:endParaRPr lang="en-US"/>
        </a:p>
      </dgm:t>
    </dgm:pt>
    <dgm:pt modelId="{35A8791A-3B88-49BC-B81E-B3B8728975F1}" type="sibTrans" cxnId="{41B7174C-0E99-4462-A89E-CC25D0F69A15}">
      <dgm:prSet/>
      <dgm:spPr/>
      <dgm:t>
        <a:bodyPr/>
        <a:lstStyle/>
        <a:p>
          <a:endParaRPr lang="en-US"/>
        </a:p>
      </dgm:t>
    </dgm:pt>
    <dgm:pt modelId="{1757F9C2-FDF7-40C9-80D1-0F6014C1D084}">
      <dgm:prSet/>
      <dgm:spPr/>
      <dgm:t>
        <a:bodyPr/>
        <a:lstStyle/>
        <a:p>
          <a:r>
            <a:rPr lang="de-DE"/>
            <a:t>Keine direkte Nutzerinteraktionen</a:t>
          </a:r>
          <a:endParaRPr lang="en-US"/>
        </a:p>
      </dgm:t>
    </dgm:pt>
    <dgm:pt modelId="{8A935819-0394-4CCC-894D-863BDF2FB7DE}" type="parTrans" cxnId="{99F80880-C424-41BB-A6CA-C6ACF7D202AB}">
      <dgm:prSet/>
      <dgm:spPr/>
      <dgm:t>
        <a:bodyPr/>
        <a:lstStyle/>
        <a:p>
          <a:endParaRPr lang="en-US"/>
        </a:p>
      </dgm:t>
    </dgm:pt>
    <dgm:pt modelId="{91834DE7-ADB9-42B9-85F5-2C94CB87ECCA}" type="sibTrans" cxnId="{99F80880-C424-41BB-A6CA-C6ACF7D202AB}">
      <dgm:prSet/>
      <dgm:spPr/>
      <dgm:t>
        <a:bodyPr/>
        <a:lstStyle/>
        <a:p>
          <a:endParaRPr lang="en-US"/>
        </a:p>
      </dgm:t>
    </dgm:pt>
    <dgm:pt modelId="{7E8D320A-FA8D-5149-9F39-9849B2BFF28C}" type="pres">
      <dgm:prSet presAssocID="{AD0C51CB-7E85-4B24-ADB3-E4A73B7A9FB6}" presName="linear" presStyleCnt="0">
        <dgm:presLayoutVars>
          <dgm:dir/>
          <dgm:animLvl val="lvl"/>
          <dgm:resizeHandles val="exact"/>
        </dgm:presLayoutVars>
      </dgm:prSet>
      <dgm:spPr/>
    </dgm:pt>
    <dgm:pt modelId="{C15B2B65-9340-D743-9196-6C2AD1E1AFD9}" type="pres">
      <dgm:prSet presAssocID="{C9A906E1-06C9-4477-ACDE-CAA52B14AFDE}" presName="parentLin" presStyleCnt="0"/>
      <dgm:spPr/>
    </dgm:pt>
    <dgm:pt modelId="{705425F6-A9DC-7149-9829-9EDBAAFDD54E}" type="pres">
      <dgm:prSet presAssocID="{C9A906E1-06C9-4477-ACDE-CAA52B14AFDE}" presName="parentLeftMargin" presStyleLbl="node1" presStyleIdx="0" presStyleCnt="4"/>
      <dgm:spPr/>
    </dgm:pt>
    <dgm:pt modelId="{8C54F942-C1CE-CB40-BDF6-8D4107C44EAE}" type="pres">
      <dgm:prSet presAssocID="{C9A906E1-06C9-4477-ACDE-CAA52B14AF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7C1CAC7-281A-4549-BF7E-95F807D600AC}" type="pres">
      <dgm:prSet presAssocID="{C9A906E1-06C9-4477-ACDE-CAA52B14AFDE}" presName="negativeSpace" presStyleCnt="0"/>
      <dgm:spPr/>
    </dgm:pt>
    <dgm:pt modelId="{7AD05A01-0A77-BB40-83B0-0B8118558A71}" type="pres">
      <dgm:prSet presAssocID="{C9A906E1-06C9-4477-ACDE-CAA52B14AFDE}" presName="childText" presStyleLbl="conFgAcc1" presStyleIdx="0" presStyleCnt="4">
        <dgm:presLayoutVars>
          <dgm:bulletEnabled val="1"/>
        </dgm:presLayoutVars>
      </dgm:prSet>
      <dgm:spPr/>
    </dgm:pt>
    <dgm:pt modelId="{04C2B11F-FBD5-EF41-A567-5F007AE6FBC6}" type="pres">
      <dgm:prSet presAssocID="{9339EBFE-48DC-43D6-9908-D0EF5A4B32E0}" presName="spaceBetweenRectangles" presStyleCnt="0"/>
      <dgm:spPr/>
    </dgm:pt>
    <dgm:pt modelId="{6E53D3F0-28F2-074C-BC9D-686B4E46C8DD}" type="pres">
      <dgm:prSet presAssocID="{E9037C5D-D3B0-45BB-8AB0-2823FDFDF374}" presName="parentLin" presStyleCnt="0"/>
      <dgm:spPr/>
    </dgm:pt>
    <dgm:pt modelId="{5259B51A-2DEE-CF4C-B7ED-477C6DEBF342}" type="pres">
      <dgm:prSet presAssocID="{E9037C5D-D3B0-45BB-8AB0-2823FDFDF374}" presName="parentLeftMargin" presStyleLbl="node1" presStyleIdx="0" presStyleCnt="4"/>
      <dgm:spPr/>
    </dgm:pt>
    <dgm:pt modelId="{1FC34CD5-5C4E-2E40-BA17-FC574CD179CF}" type="pres">
      <dgm:prSet presAssocID="{E9037C5D-D3B0-45BB-8AB0-2823FDFDF3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3560E5-AE0B-C249-B528-0E4A89B33252}" type="pres">
      <dgm:prSet presAssocID="{E9037C5D-D3B0-45BB-8AB0-2823FDFDF374}" presName="negativeSpace" presStyleCnt="0"/>
      <dgm:spPr/>
    </dgm:pt>
    <dgm:pt modelId="{67F44437-5C0D-DA4D-97A1-CCE9F5192FF0}" type="pres">
      <dgm:prSet presAssocID="{E9037C5D-D3B0-45BB-8AB0-2823FDFDF374}" presName="childText" presStyleLbl="conFgAcc1" presStyleIdx="1" presStyleCnt="4">
        <dgm:presLayoutVars>
          <dgm:bulletEnabled val="1"/>
        </dgm:presLayoutVars>
      </dgm:prSet>
      <dgm:spPr/>
    </dgm:pt>
    <dgm:pt modelId="{B4CE7DA4-7AD4-0B4D-97F0-453B334D8D23}" type="pres">
      <dgm:prSet presAssocID="{54F906D5-E093-4228-B488-D273817167A5}" presName="spaceBetweenRectangles" presStyleCnt="0"/>
      <dgm:spPr/>
    </dgm:pt>
    <dgm:pt modelId="{5B39881C-DB06-DB40-BC8A-61EF1041B3B4}" type="pres">
      <dgm:prSet presAssocID="{383BBCC0-B8EA-4DD1-8924-B600A77B82F4}" presName="parentLin" presStyleCnt="0"/>
      <dgm:spPr/>
    </dgm:pt>
    <dgm:pt modelId="{A71A99B6-11C7-4642-9308-FB3E98ED0E9F}" type="pres">
      <dgm:prSet presAssocID="{383BBCC0-B8EA-4DD1-8924-B600A77B82F4}" presName="parentLeftMargin" presStyleLbl="node1" presStyleIdx="1" presStyleCnt="4"/>
      <dgm:spPr/>
    </dgm:pt>
    <dgm:pt modelId="{E6658870-606B-DE44-940F-4A0AA01CA3B7}" type="pres">
      <dgm:prSet presAssocID="{383BBCC0-B8EA-4DD1-8924-B600A77B82F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44AC7D-7B3C-9846-9C6A-E0CFEFC296F0}" type="pres">
      <dgm:prSet presAssocID="{383BBCC0-B8EA-4DD1-8924-B600A77B82F4}" presName="negativeSpace" presStyleCnt="0"/>
      <dgm:spPr/>
    </dgm:pt>
    <dgm:pt modelId="{4FB377B7-4482-F849-B286-3779E0179147}" type="pres">
      <dgm:prSet presAssocID="{383BBCC0-B8EA-4DD1-8924-B600A77B82F4}" presName="childText" presStyleLbl="conFgAcc1" presStyleIdx="2" presStyleCnt="4">
        <dgm:presLayoutVars>
          <dgm:bulletEnabled val="1"/>
        </dgm:presLayoutVars>
      </dgm:prSet>
      <dgm:spPr/>
    </dgm:pt>
    <dgm:pt modelId="{BBC33878-0E3D-2B4B-B6B4-C98DEF671816}" type="pres">
      <dgm:prSet presAssocID="{73F82B84-568F-4416-9FAB-46A44A62C34F}" presName="spaceBetweenRectangles" presStyleCnt="0"/>
      <dgm:spPr/>
    </dgm:pt>
    <dgm:pt modelId="{C00D75D5-84F7-454E-96A0-EFE9CB11749D}" type="pres">
      <dgm:prSet presAssocID="{33C92C1E-6A5B-425A-B77D-F4598E5253A0}" presName="parentLin" presStyleCnt="0"/>
      <dgm:spPr/>
    </dgm:pt>
    <dgm:pt modelId="{333308EE-C6DA-4D41-8993-65858B6A5F21}" type="pres">
      <dgm:prSet presAssocID="{33C92C1E-6A5B-425A-B77D-F4598E5253A0}" presName="parentLeftMargin" presStyleLbl="node1" presStyleIdx="2" presStyleCnt="4"/>
      <dgm:spPr/>
    </dgm:pt>
    <dgm:pt modelId="{B11D101F-02CB-0F44-B84F-BD6790B1CEA0}" type="pres">
      <dgm:prSet presAssocID="{33C92C1E-6A5B-425A-B77D-F4598E5253A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02CACC8-47D0-9643-AC0A-E48BF7D8CCA2}" type="pres">
      <dgm:prSet presAssocID="{33C92C1E-6A5B-425A-B77D-F4598E5253A0}" presName="negativeSpace" presStyleCnt="0"/>
      <dgm:spPr/>
    </dgm:pt>
    <dgm:pt modelId="{FC05319F-C8FA-9B40-BCDA-84EF1BB529E7}" type="pres">
      <dgm:prSet presAssocID="{33C92C1E-6A5B-425A-B77D-F4598E5253A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344600-7826-49E5-A037-A63499E222CF}" srcId="{AD0C51CB-7E85-4B24-ADB3-E4A73B7A9FB6}" destId="{E9037C5D-D3B0-45BB-8AB0-2823FDFDF374}" srcOrd="1" destOrd="0" parTransId="{DB3A8EEB-11B0-4224-96D8-6BE610EB9CB6}" sibTransId="{54F906D5-E093-4228-B488-D273817167A5}"/>
    <dgm:cxn modelId="{4AB7DF1C-E08D-3445-8F00-597F6471A433}" type="presOf" srcId="{33C92C1E-6A5B-425A-B77D-F4598E5253A0}" destId="{333308EE-C6DA-4D41-8993-65858B6A5F21}" srcOrd="0" destOrd="0" presId="urn:microsoft.com/office/officeart/2005/8/layout/list1"/>
    <dgm:cxn modelId="{DA17802C-5882-784D-8D3F-C619355EFD29}" type="presOf" srcId="{33C92C1E-6A5B-425A-B77D-F4598E5253A0}" destId="{B11D101F-02CB-0F44-B84F-BD6790B1CEA0}" srcOrd="1" destOrd="0" presId="urn:microsoft.com/office/officeart/2005/8/layout/list1"/>
    <dgm:cxn modelId="{B08DD232-667A-1147-A78E-0FCD43EE2609}" type="presOf" srcId="{E9037C5D-D3B0-45BB-8AB0-2823FDFDF374}" destId="{5259B51A-2DEE-CF4C-B7ED-477C6DEBF342}" srcOrd="0" destOrd="0" presId="urn:microsoft.com/office/officeart/2005/8/layout/list1"/>
    <dgm:cxn modelId="{7EC7C23C-02FC-4FA6-B6CE-48A90D35BA0E}" srcId="{33C92C1E-6A5B-425A-B77D-F4598E5253A0}" destId="{CFE75035-9A45-4F3D-8E97-485647CE648C}" srcOrd="1" destOrd="0" parTransId="{FD64A24B-9BBD-41C4-BE7D-DC99EFD231AE}" sibTransId="{3C2C47B2-821B-47C8-B918-99ECF5EEA90C}"/>
    <dgm:cxn modelId="{9114533D-510E-6049-BD08-80B5F542F9BE}" type="presOf" srcId="{B850805F-B8EE-4D56-AD60-658FACD33792}" destId="{FC05319F-C8FA-9B40-BCDA-84EF1BB529E7}" srcOrd="0" destOrd="2" presId="urn:microsoft.com/office/officeart/2005/8/layout/list1"/>
    <dgm:cxn modelId="{41B7174C-0E99-4462-A89E-CC25D0F69A15}" srcId="{33C92C1E-6A5B-425A-B77D-F4598E5253A0}" destId="{B850805F-B8EE-4D56-AD60-658FACD33792}" srcOrd="2" destOrd="0" parTransId="{5011FEA2-CC74-4D5D-80CA-296C3E60A642}" sibTransId="{35A8791A-3B88-49BC-B81E-B3B8728975F1}"/>
    <dgm:cxn modelId="{D9F5526C-572D-684B-9743-B7418C1966DB}" type="presOf" srcId="{383BBCC0-B8EA-4DD1-8924-B600A77B82F4}" destId="{E6658870-606B-DE44-940F-4A0AA01CA3B7}" srcOrd="1" destOrd="0" presId="urn:microsoft.com/office/officeart/2005/8/layout/list1"/>
    <dgm:cxn modelId="{BE939972-74C4-EF49-A4CF-922D675BFC5A}" type="presOf" srcId="{1757F9C2-FDF7-40C9-80D1-0F6014C1D084}" destId="{FC05319F-C8FA-9B40-BCDA-84EF1BB529E7}" srcOrd="0" destOrd="3" presId="urn:microsoft.com/office/officeart/2005/8/layout/list1"/>
    <dgm:cxn modelId="{CCBB1C73-F275-F340-9550-D9972C0E421B}" type="presOf" srcId="{C9A906E1-06C9-4477-ACDE-CAA52B14AFDE}" destId="{705425F6-A9DC-7149-9829-9EDBAAFDD54E}" srcOrd="0" destOrd="0" presId="urn:microsoft.com/office/officeart/2005/8/layout/list1"/>
    <dgm:cxn modelId="{99F80880-C424-41BB-A6CA-C6ACF7D202AB}" srcId="{33C92C1E-6A5B-425A-B77D-F4598E5253A0}" destId="{1757F9C2-FDF7-40C9-80D1-0F6014C1D084}" srcOrd="3" destOrd="0" parTransId="{8A935819-0394-4CCC-894D-863BDF2FB7DE}" sibTransId="{91834DE7-ADB9-42B9-85F5-2C94CB87ECCA}"/>
    <dgm:cxn modelId="{FEFB0F82-98CB-3841-A7F0-62D26C2B3588}" type="presOf" srcId="{CFE75035-9A45-4F3D-8E97-485647CE648C}" destId="{FC05319F-C8FA-9B40-BCDA-84EF1BB529E7}" srcOrd="0" destOrd="1" presId="urn:microsoft.com/office/officeart/2005/8/layout/list1"/>
    <dgm:cxn modelId="{0DC44283-08CC-B044-9495-7DC0CE27DAD7}" type="presOf" srcId="{67D957CE-0747-4CAD-ADA6-5AF8F667B88B}" destId="{FC05319F-C8FA-9B40-BCDA-84EF1BB529E7}" srcOrd="0" destOrd="0" presId="urn:microsoft.com/office/officeart/2005/8/layout/list1"/>
    <dgm:cxn modelId="{3F82879C-D5CB-41A0-BFA7-1E4CA3543771}" srcId="{AD0C51CB-7E85-4B24-ADB3-E4A73B7A9FB6}" destId="{383BBCC0-B8EA-4DD1-8924-B600A77B82F4}" srcOrd="2" destOrd="0" parTransId="{4EC194FC-92FE-4DF4-B553-273B8F65EAC3}" sibTransId="{73F82B84-568F-4416-9FAB-46A44A62C34F}"/>
    <dgm:cxn modelId="{6C709BB6-BA2D-7846-A7BD-704C55500680}" type="presOf" srcId="{E9037C5D-D3B0-45BB-8AB0-2823FDFDF374}" destId="{1FC34CD5-5C4E-2E40-BA17-FC574CD179CF}" srcOrd="1" destOrd="0" presId="urn:microsoft.com/office/officeart/2005/8/layout/list1"/>
    <dgm:cxn modelId="{CB8A30BA-2C02-B044-9CDB-CD32F9B713C5}" type="presOf" srcId="{383BBCC0-B8EA-4DD1-8924-B600A77B82F4}" destId="{A71A99B6-11C7-4642-9308-FB3E98ED0E9F}" srcOrd="0" destOrd="0" presId="urn:microsoft.com/office/officeart/2005/8/layout/list1"/>
    <dgm:cxn modelId="{0B2B90EB-8CBC-8C45-B5BE-794727A078D1}" type="presOf" srcId="{C9A906E1-06C9-4477-ACDE-CAA52B14AFDE}" destId="{8C54F942-C1CE-CB40-BDF6-8D4107C44EAE}" srcOrd="1" destOrd="0" presId="urn:microsoft.com/office/officeart/2005/8/layout/list1"/>
    <dgm:cxn modelId="{153481EC-7B65-444B-8EB7-B33CA6683327}" srcId="{AD0C51CB-7E85-4B24-ADB3-E4A73B7A9FB6}" destId="{33C92C1E-6A5B-425A-B77D-F4598E5253A0}" srcOrd="3" destOrd="0" parTransId="{0F6AAE4A-5FA2-4CB5-80D7-137A7FBC9EBE}" sibTransId="{ECB76CCC-EAB5-41D0-97B5-1AE991D99110}"/>
    <dgm:cxn modelId="{F3B5F7EF-CE9E-482E-A071-A07F01AD9583}" srcId="{33C92C1E-6A5B-425A-B77D-F4598E5253A0}" destId="{67D957CE-0747-4CAD-ADA6-5AF8F667B88B}" srcOrd="0" destOrd="0" parTransId="{43BB73DE-C514-4271-850B-5FF903E2C77B}" sibTransId="{AEA51A16-DDBC-49C1-81A7-26F29D589C87}"/>
    <dgm:cxn modelId="{803E91F2-B5C1-46E3-8714-2C29C208ACE1}" srcId="{AD0C51CB-7E85-4B24-ADB3-E4A73B7A9FB6}" destId="{C9A906E1-06C9-4477-ACDE-CAA52B14AFDE}" srcOrd="0" destOrd="0" parTransId="{92BBF758-9F05-4597-8E2E-048E5EDFA980}" sibTransId="{9339EBFE-48DC-43D6-9908-D0EF5A4B32E0}"/>
    <dgm:cxn modelId="{C8C8ADF7-B25B-5C4E-8C56-F03C8FCF7FA7}" type="presOf" srcId="{AD0C51CB-7E85-4B24-ADB3-E4A73B7A9FB6}" destId="{7E8D320A-FA8D-5149-9F39-9849B2BFF28C}" srcOrd="0" destOrd="0" presId="urn:microsoft.com/office/officeart/2005/8/layout/list1"/>
    <dgm:cxn modelId="{2F73F61A-5447-2A41-B053-45C19944EDD0}" type="presParOf" srcId="{7E8D320A-FA8D-5149-9F39-9849B2BFF28C}" destId="{C15B2B65-9340-D743-9196-6C2AD1E1AFD9}" srcOrd="0" destOrd="0" presId="urn:microsoft.com/office/officeart/2005/8/layout/list1"/>
    <dgm:cxn modelId="{52DC3CF4-4022-CF4F-A85C-2DD1A35508C3}" type="presParOf" srcId="{C15B2B65-9340-D743-9196-6C2AD1E1AFD9}" destId="{705425F6-A9DC-7149-9829-9EDBAAFDD54E}" srcOrd="0" destOrd="0" presId="urn:microsoft.com/office/officeart/2005/8/layout/list1"/>
    <dgm:cxn modelId="{1F24399A-1F98-9E4A-91A3-1A4800AE4EFA}" type="presParOf" srcId="{C15B2B65-9340-D743-9196-6C2AD1E1AFD9}" destId="{8C54F942-C1CE-CB40-BDF6-8D4107C44EAE}" srcOrd="1" destOrd="0" presId="urn:microsoft.com/office/officeart/2005/8/layout/list1"/>
    <dgm:cxn modelId="{EFB6666A-FAAF-684E-A63B-09ADD3B99FDB}" type="presParOf" srcId="{7E8D320A-FA8D-5149-9F39-9849B2BFF28C}" destId="{E7C1CAC7-281A-4549-BF7E-95F807D600AC}" srcOrd="1" destOrd="0" presId="urn:microsoft.com/office/officeart/2005/8/layout/list1"/>
    <dgm:cxn modelId="{0FB48CF0-E601-3E40-BDB3-08E08A8493E3}" type="presParOf" srcId="{7E8D320A-FA8D-5149-9F39-9849B2BFF28C}" destId="{7AD05A01-0A77-BB40-83B0-0B8118558A71}" srcOrd="2" destOrd="0" presId="urn:microsoft.com/office/officeart/2005/8/layout/list1"/>
    <dgm:cxn modelId="{5A2B953D-6433-9245-A620-FF9D220FC6AF}" type="presParOf" srcId="{7E8D320A-FA8D-5149-9F39-9849B2BFF28C}" destId="{04C2B11F-FBD5-EF41-A567-5F007AE6FBC6}" srcOrd="3" destOrd="0" presId="urn:microsoft.com/office/officeart/2005/8/layout/list1"/>
    <dgm:cxn modelId="{B00C803D-A20A-EB47-AC25-C2AAC6E80ECB}" type="presParOf" srcId="{7E8D320A-FA8D-5149-9F39-9849B2BFF28C}" destId="{6E53D3F0-28F2-074C-BC9D-686B4E46C8DD}" srcOrd="4" destOrd="0" presId="urn:microsoft.com/office/officeart/2005/8/layout/list1"/>
    <dgm:cxn modelId="{2D797D81-45A5-A845-BFBF-108D65501DBF}" type="presParOf" srcId="{6E53D3F0-28F2-074C-BC9D-686B4E46C8DD}" destId="{5259B51A-2DEE-CF4C-B7ED-477C6DEBF342}" srcOrd="0" destOrd="0" presId="urn:microsoft.com/office/officeart/2005/8/layout/list1"/>
    <dgm:cxn modelId="{6C1AE690-C1D5-6047-A86F-683B715D771B}" type="presParOf" srcId="{6E53D3F0-28F2-074C-BC9D-686B4E46C8DD}" destId="{1FC34CD5-5C4E-2E40-BA17-FC574CD179CF}" srcOrd="1" destOrd="0" presId="urn:microsoft.com/office/officeart/2005/8/layout/list1"/>
    <dgm:cxn modelId="{5ECC4D5E-4BBE-2A49-8C14-B885413CA313}" type="presParOf" srcId="{7E8D320A-FA8D-5149-9F39-9849B2BFF28C}" destId="{6E3560E5-AE0B-C249-B528-0E4A89B33252}" srcOrd="5" destOrd="0" presId="urn:microsoft.com/office/officeart/2005/8/layout/list1"/>
    <dgm:cxn modelId="{A0C4DCFE-2B8B-4441-A5FD-CC89C95A79D9}" type="presParOf" srcId="{7E8D320A-FA8D-5149-9F39-9849B2BFF28C}" destId="{67F44437-5C0D-DA4D-97A1-CCE9F5192FF0}" srcOrd="6" destOrd="0" presId="urn:microsoft.com/office/officeart/2005/8/layout/list1"/>
    <dgm:cxn modelId="{8D7BC781-882F-564E-A769-A145E612BC05}" type="presParOf" srcId="{7E8D320A-FA8D-5149-9F39-9849B2BFF28C}" destId="{B4CE7DA4-7AD4-0B4D-97F0-453B334D8D23}" srcOrd="7" destOrd="0" presId="urn:microsoft.com/office/officeart/2005/8/layout/list1"/>
    <dgm:cxn modelId="{315065A8-BD45-B547-A643-9BD88D7E627B}" type="presParOf" srcId="{7E8D320A-FA8D-5149-9F39-9849B2BFF28C}" destId="{5B39881C-DB06-DB40-BC8A-61EF1041B3B4}" srcOrd="8" destOrd="0" presId="urn:microsoft.com/office/officeart/2005/8/layout/list1"/>
    <dgm:cxn modelId="{938B26ED-97E5-9E42-B280-4E928B59AF2E}" type="presParOf" srcId="{5B39881C-DB06-DB40-BC8A-61EF1041B3B4}" destId="{A71A99B6-11C7-4642-9308-FB3E98ED0E9F}" srcOrd="0" destOrd="0" presId="urn:microsoft.com/office/officeart/2005/8/layout/list1"/>
    <dgm:cxn modelId="{07069B7C-28D7-594E-ABAE-FFEBE48AAE24}" type="presParOf" srcId="{5B39881C-DB06-DB40-BC8A-61EF1041B3B4}" destId="{E6658870-606B-DE44-940F-4A0AA01CA3B7}" srcOrd="1" destOrd="0" presId="urn:microsoft.com/office/officeart/2005/8/layout/list1"/>
    <dgm:cxn modelId="{A8969478-37C2-A34F-A980-6B8F7B0C62DF}" type="presParOf" srcId="{7E8D320A-FA8D-5149-9F39-9849B2BFF28C}" destId="{3A44AC7D-7B3C-9846-9C6A-E0CFEFC296F0}" srcOrd="9" destOrd="0" presId="urn:microsoft.com/office/officeart/2005/8/layout/list1"/>
    <dgm:cxn modelId="{13C6F3CA-53FB-8740-9E21-34F44D2969FC}" type="presParOf" srcId="{7E8D320A-FA8D-5149-9F39-9849B2BFF28C}" destId="{4FB377B7-4482-F849-B286-3779E0179147}" srcOrd="10" destOrd="0" presId="urn:microsoft.com/office/officeart/2005/8/layout/list1"/>
    <dgm:cxn modelId="{F6203DD6-81BA-5240-B7B2-09C4DB6DB0FA}" type="presParOf" srcId="{7E8D320A-FA8D-5149-9F39-9849B2BFF28C}" destId="{BBC33878-0E3D-2B4B-B6B4-C98DEF671816}" srcOrd="11" destOrd="0" presId="urn:microsoft.com/office/officeart/2005/8/layout/list1"/>
    <dgm:cxn modelId="{3B838C13-BD87-D141-B803-9EEE58751FF0}" type="presParOf" srcId="{7E8D320A-FA8D-5149-9F39-9849B2BFF28C}" destId="{C00D75D5-84F7-454E-96A0-EFE9CB11749D}" srcOrd="12" destOrd="0" presId="urn:microsoft.com/office/officeart/2005/8/layout/list1"/>
    <dgm:cxn modelId="{99EA50D4-223F-D24B-BC09-799F52BB338E}" type="presParOf" srcId="{C00D75D5-84F7-454E-96A0-EFE9CB11749D}" destId="{333308EE-C6DA-4D41-8993-65858B6A5F21}" srcOrd="0" destOrd="0" presId="urn:microsoft.com/office/officeart/2005/8/layout/list1"/>
    <dgm:cxn modelId="{0D805512-21E9-1243-B1A3-B9B7C6C87FE3}" type="presParOf" srcId="{C00D75D5-84F7-454E-96A0-EFE9CB11749D}" destId="{B11D101F-02CB-0F44-B84F-BD6790B1CEA0}" srcOrd="1" destOrd="0" presId="urn:microsoft.com/office/officeart/2005/8/layout/list1"/>
    <dgm:cxn modelId="{BBA5CBDA-4F48-8241-96EB-E12FE5182727}" type="presParOf" srcId="{7E8D320A-FA8D-5149-9F39-9849B2BFF28C}" destId="{102CACC8-47D0-9643-AC0A-E48BF7D8CCA2}" srcOrd="13" destOrd="0" presId="urn:microsoft.com/office/officeart/2005/8/layout/list1"/>
    <dgm:cxn modelId="{4AE3F5AE-A842-6441-8077-2088534DB57A}" type="presParOf" srcId="{7E8D320A-FA8D-5149-9F39-9849B2BFF28C}" destId="{FC05319F-C8FA-9B40-BCDA-84EF1BB529E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6B35EC-8F37-47B1-9EE0-6815BB85FB5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0B9DD9-4508-43C3-B756-1BBA3DC89CA5}">
      <dgm:prSet/>
      <dgm:spPr/>
      <dgm:t>
        <a:bodyPr/>
        <a:lstStyle/>
        <a:p>
          <a:r>
            <a:rPr lang="de-DE"/>
            <a:t>Progressiv </a:t>
          </a:r>
          <a:endParaRPr lang="en-US"/>
        </a:p>
      </dgm:t>
    </dgm:pt>
    <dgm:pt modelId="{B522D749-C36E-4B5F-924A-931D8C6BA03D}" type="parTrans" cxnId="{82388BB8-F5A1-44B4-8AAD-D46671942338}">
      <dgm:prSet/>
      <dgm:spPr/>
      <dgm:t>
        <a:bodyPr/>
        <a:lstStyle/>
        <a:p>
          <a:endParaRPr lang="en-US"/>
        </a:p>
      </dgm:t>
    </dgm:pt>
    <dgm:pt modelId="{43736847-971C-406B-989B-D44CC2E6829D}" type="sibTrans" cxnId="{82388BB8-F5A1-44B4-8AAD-D46671942338}">
      <dgm:prSet/>
      <dgm:spPr/>
      <dgm:t>
        <a:bodyPr/>
        <a:lstStyle/>
        <a:p>
          <a:endParaRPr lang="en-US"/>
        </a:p>
      </dgm:t>
    </dgm:pt>
    <dgm:pt modelId="{38EA6806-766D-439D-ABE4-E23369B5D323}">
      <dgm:prSet/>
      <dgm:spPr/>
      <dgm:t>
        <a:bodyPr/>
        <a:lstStyle/>
        <a:p>
          <a:r>
            <a:rPr lang="de-DE"/>
            <a:t>Responsiv </a:t>
          </a:r>
          <a:endParaRPr lang="en-US"/>
        </a:p>
      </dgm:t>
    </dgm:pt>
    <dgm:pt modelId="{0F7CFBB1-62D2-4ACC-B4DA-0B12A67E271F}" type="parTrans" cxnId="{D18F7FFE-D8DB-477E-B956-6C1C40BF8398}">
      <dgm:prSet/>
      <dgm:spPr/>
      <dgm:t>
        <a:bodyPr/>
        <a:lstStyle/>
        <a:p>
          <a:endParaRPr lang="en-US"/>
        </a:p>
      </dgm:t>
    </dgm:pt>
    <dgm:pt modelId="{6BF08C13-CCC9-4B3F-8FC9-7864C6EF3E3D}" type="sibTrans" cxnId="{D18F7FFE-D8DB-477E-B956-6C1C40BF8398}">
      <dgm:prSet/>
      <dgm:spPr/>
      <dgm:t>
        <a:bodyPr/>
        <a:lstStyle/>
        <a:p>
          <a:endParaRPr lang="en-US"/>
        </a:p>
      </dgm:t>
    </dgm:pt>
    <dgm:pt modelId="{6548D695-2CFC-4B47-8B50-B07B6180BD1A}">
      <dgm:prSet/>
      <dgm:spPr/>
      <dgm:t>
        <a:bodyPr/>
        <a:lstStyle/>
        <a:p>
          <a:r>
            <a:rPr lang="de-DE"/>
            <a:t>Unabhängig von der Konnektivität </a:t>
          </a:r>
          <a:endParaRPr lang="en-US"/>
        </a:p>
      </dgm:t>
    </dgm:pt>
    <dgm:pt modelId="{EDDB9D2E-05CA-451F-984B-D39D06CEC45B}" type="parTrans" cxnId="{36706475-C740-4BEC-9CE0-68411E76ED58}">
      <dgm:prSet/>
      <dgm:spPr/>
      <dgm:t>
        <a:bodyPr/>
        <a:lstStyle/>
        <a:p>
          <a:endParaRPr lang="en-US"/>
        </a:p>
      </dgm:t>
    </dgm:pt>
    <dgm:pt modelId="{175BC145-D1BC-44DB-8B5B-CBCDBC9FAA8B}" type="sibTrans" cxnId="{36706475-C740-4BEC-9CE0-68411E76ED58}">
      <dgm:prSet/>
      <dgm:spPr/>
      <dgm:t>
        <a:bodyPr/>
        <a:lstStyle/>
        <a:p>
          <a:endParaRPr lang="en-US"/>
        </a:p>
      </dgm:t>
    </dgm:pt>
    <dgm:pt modelId="{7CA5D77C-9D98-4648-B505-847CCD924F42}">
      <dgm:prSet/>
      <dgm:spPr/>
      <dgm:t>
        <a:bodyPr/>
        <a:lstStyle/>
        <a:p>
          <a:r>
            <a:rPr lang="de-DE"/>
            <a:t>Installierbar</a:t>
          </a:r>
          <a:endParaRPr lang="en-US"/>
        </a:p>
      </dgm:t>
    </dgm:pt>
    <dgm:pt modelId="{AE63A685-7B1C-4130-AB78-C4AD316A5A86}" type="parTrans" cxnId="{98C995AB-C36C-4929-94BE-ED99291ADFDE}">
      <dgm:prSet/>
      <dgm:spPr/>
      <dgm:t>
        <a:bodyPr/>
        <a:lstStyle/>
        <a:p>
          <a:endParaRPr lang="en-US"/>
        </a:p>
      </dgm:t>
    </dgm:pt>
    <dgm:pt modelId="{72A33352-9188-44F0-B6AE-2A16E0C2D7DE}" type="sibTrans" cxnId="{98C995AB-C36C-4929-94BE-ED99291ADFDE}">
      <dgm:prSet/>
      <dgm:spPr/>
      <dgm:t>
        <a:bodyPr/>
        <a:lstStyle/>
        <a:p>
          <a:endParaRPr lang="en-US"/>
        </a:p>
      </dgm:t>
    </dgm:pt>
    <dgm:pt modelId="{9F723144-B476-40E2-B42C-0EA5499FBD54}">
      <dgm:prSet/>
      <dgm:spPr/>
      <dgm:t>
        <a:bodyPr/>
        <a:lstStyle/>
        <a:p>
          <a:r>
            <a:rPr lang="de-DE"/>
            <a:t>App-ähnliche Nutzererfahrung </a:t>
          </a:r>
          <a:endParaRPr lang="en-US"/>
        </a:p>
      </dgm:t>
    </dgm:pt>
    <dgm:pt modelId="{BCF7147A-F49E-4975-AFA8-127BF0F78901}" type="parTrans" cxnId="{48BD02D7-F8CE-4840-80E5-CF913E3D99BF}">
      <dgm:prSet/>
      <dgm:spPr/>
      <dgm:t>
        <a:bodyPr/>
        <a:lstStyle/>
        <a:p>
          <a:endParaRPr lang="en-US"/>
        </a:p>
      </dgm:t>
    </dgm:pt>
    <dgm:pt modelId="{971096ED-AE9D-4BE7-89D3-8474C2A7BD93}" type="sibTrans" cxnId="{48BD02D7-F8CE-4840-80E5-CF913E3D99BF}">
      <dgm:prSet/>
      <dgm:spPr/>
      <dgm:t>
        <a:bodyPr/>
        <a:lstStyle/>
        <a:p>
          <a:endParaRPr lang="en-US"/>
        </a:p>
      </dgm:t>
    </dgm:pt>
    <dgm:pt modelId="{0179929C-BAAD-4118-992D-DC93A13D8331}">
      <dgm:prSet/>
      <dgm:spPr/>
      <dgm:t>
        <a:bodyPr/>
        <a:lstStyle/>
        <a:p>
          <a:r>
            <a:rPr lang="de-DE"/>
            <a:t>Immer aktuell (Auto-Updates)</a:t>
          </a:r>
          <a:endParaRPr lang="en-US"/>
        </a:p>
      </dgm:t>
    </dgm:pt>
    <dgm:pt modelId="{CA02B084-7F48-411C-A0DD-8FC0E9026B69}" type="parTrans" cxnId="{1F51B14B-023A-4FCE-B49D-06A4D1AC0EF4}">
      <dgm:prSet/>
      <dgm:spPr/>
      <dgm:t>
        <a:bodyPr/>
        <a:lstStyle/>
        <a:p>
          <a:endParaRPr lang="en-US"/>
        </a:p>
      </dgm:t>
    </dgm:pt>
    <dgm:pt modelId="{7232E543-456A-48AA-8E4B-AC901A16C2BF}" type="sibTrans" cxnId="{1F51B14B-023A-4FCE-B49D-06A4D1AC0EF4}">
      <dgm:prSet/>
      <dgm:spPr/>
      <dgm:t>
        <a:bodyPr/>
        <a:lstStyle/>
        <a:p>
          <a:endParaRPr lang="en-US"/>
        </a:p>
      </dgm:t>
    </dgm:pt>
    <dgm:pt modelId="{D6E6B7DF-081B-4EEA-B3BA-1F71DDCBEE50}">
      <dgm:prSet/>
      <dgm:spPr/>
      <dgm:t>
        <a:bodyPr/>
        <a:lstStyle/>
        <a:p>
          <a:r>
            <a:rPr lang="de-DE"/>
            <a:t>Sicher</a:t>
          </a:r>
          <a:endParaRPr lang="en-US"/>
        </a:p>
      </dgm:t>
    </dgm:pt>
    <dgm:pt modelId="{6960D0B1-5DA3-4217-A4FF-D5F4E76FEA8A}" type="parTrans" cxnId="{E06C695E-99FA-475F-A20D-EAFA719D940D}">
      <dgm:prSet/>
      <dgm:spPr/>
      <dgm:t>
        <a:bodyPr/>
        <a:lstStyle/>
        <a:p>
          <a:endParaRPr lang="en-US"/>
        </a:p>
      </dgm:t>
    </dgm:pt>
    <dgm:pt modelId="{72D4BB01-9A6A-4665-A016-ED9F745097CD}" type="sibTrans" cxnId="{E06C695E-99FA-475F-A20D-EAFA719D940D}">
      <dgm:prSet/>
      <dgm:spPr/>
      <dgm:t>
        <a:bodyPr/>
        <a:lstStyle/>
        <a:p>
          <a:endParaRPr lang="en-US"/>
        </a:p>
      </dgm:t>
    </dgm:pt>
    <dgm:pt modelId="{391B610F-C707-1A45-B7A0-05265B8E4FC4}" type="pres">
      <dgm:prSet presAssocID="{7C6B35EC-8F37-47B1-9EE0-6815BB85FB57}" presName="diagram" presStyleCnt="0">
        <dgm:presLayoutVars>
          <dgm:dir/>
          <dgm:resizeHandles val="exact"/>
        </dgm:presLayoutVars>
      </dgm:prSet>
      <dgm:spPr/>
    </dgm:pt>
    <dgm:pt modelId="{21732B29-F820-274A-88C0-98C148F4FE0F}" type="pres">
      <dgm:prSet presAssocID="{580B9DD9-4508-43C3-B756-1BBA3DC89CA5}" presName="node" presStyleLbl="node1" presStyleIdx="0" presStyleCnt="7">
        <dgm:presLayoutVars>
          <dgm:bulletEnabled val="1"/>
        </dgm:presLayoutVars>
      </dgm:prSet>
      <dgm:spPr/>
    </dgm:pt>
    <dgm:pt modelId="{384CC337-9B2F-A448-B04B-AD49738D887A}" type="pres">
      <dgm:prSet presAssocID="{43736847-971C-406B-989B-D44CC2E6829D}" presName="sibTrans" presStyleCnt="0"/>
      <dgm:spPr/>
    </dgm:pt>
    <dgm:pt modelId="{8302C3B4-67BF-FB48-B81B-A94F5FC4D346}" type="pres">
      <dgm:prSet presAssocID="{38EA6806-766D-439D-ABE4-E23369B5D323}" presName="node" presStyleLbl="node1" presStyleIdx="1" presStyleCnt="7">
        <dgm:presLayoutVars>
          <dgm:bulletEnabled val="1"/>
        </dgm:presLayoutVars>
      </dgm:prSet>
      <dgm:spPr/>
    </dgm:pt>
    <dgm:pt modelId="{DCC97D28-115E-5B47-A0E0-2236DCC634E2}" type="pres">
      <dgm:prSet presAssocID="{6BF08C13-CCC9-4B3F-8FC9-7864C6EF3E3D}" presName="sibTrans" presStyleCnt="0"/>
      <dgm:spPr/>
    </dgm:pt>
    <dgm:pt modelId="{BF54CCE6-FF53-4F4D-80AA-9E249F005FF6}" type="pres">
      <dgm:prSet presAssocID="{6548D695-2CFC-4B47-8B50-B07B6180BD1A}" presName="node" presStyleLbl="node1" presStyleIdx="2" presStyleCnt="7">
        <dgm:presLayoutVars>
          <dgm:bulletEnabled val="1"/>
        </dgm:presLayoutVars>
      </dgm:prSet>
      <dgm:spPr/>
    </dgm:pt>
    <dgm:pt modelId="{ADD4EC00-FA4F-7F41-827D-74A30997DEE1}" type="pres">
      <dgm:prSet presAssocID="{175BC145-D1BC-44DB-8B5B-CBCDBC9FAA8B}" presName="sibTrans" presStyleCnt="0"/>
      <dgm:spPr/>
    </dgm:pt>
    <dgm:pt modelId="{0EAF838D-72C2-8C47-81BD-BF24B1854204}" type="pres">
      <dgm:prSet presAssocID="{7CA5D77C-9D98-4648-B505-847CCD924F42}" presName="node" presStyleLbl="node1" presStyleIdx="3" presStyleCnt="7">
        <dgm:presLayoutVars>
          <dgm:bulletEnabled val="1"/>
        </dgm:presLayoutVars>
      </dgm:prSet>
      <dgm:spPr/>
    </dgm:pt>
    <dgm:pt modelId="{4BBF3C71-91F9-CC4F-929D-50C08B20199D}" type="pres">
      <dgm:prSet presAssocID="{72A33352-9188-44F0-B6AE-2A16E0C2D7DE}" presName="sibTrans" presStyleCnt="0"/>
      <dgm:spPr/>
    </dgm:pt>
    <dgm:pt modelId="{BCF56D4E-5E57-2A43-9623-F0B188961B05}" type="pres">
      <dgm:prSet presAssocID="{9F723144-B476-40E2-B42C-0EA5499FBD54}" presName="node" presStyleLbl="node1" presStyleIdx="4" presStyleCnt="7">
        <dgm:presLayoutVars>
          <dgm:bulletEnabled val="1"/>
        </dgm:presLayoutVars>
      </dgm:prSet>
      <dgm:spPr/>
    </dgm:pt>
    <dgm:pt modelId="{BB84B854-35B4-CB4D-BDCF-47D2BF330ABB}" type="pres">
      <dgm:prSet presAssocID="{971096ED-AE9D-4BE7-89D3-8474C2A7BD93}" presName="sibTrans" presStyleCnt="0"/>
      <dgm:spPr/>
    </dgm:pt>
    <dgm:pt modelId="{1194584D-6626-AC45-B49D-837819553287}" type="pres">
      <dgm:prSet presAssocID="{0179929C-BAAD-4118-992D-DC93A13D8331}" presName="node" presStyleLbl="node1" presStyleIdx="5" presStyleCnt="7">
        <dgm:presLayoutVars>
          <dgm:bulletEnabled val="1"/>
        </dgm:presLayoutVars>
      </dgm:prSet>
      <dgm:spPr/>
    </dgm:pt>
    <dgm:pt modelId="{8AA50282-DDEA-2D45-9321-36A398C46C3E}" type="pres">
      <dgm:prSet presAssocID="{7232E543-456A-48AA-8E4B-AC901A16C2BF}" presName="sibTrans" presStyleCnt="0"/>
      <dgm:spPr/>
    </dgm:pt>
    <dgm:pt modelId="{664C9441-6B95-9A4C-97E5-CC15994B356A}" type="pres">
      <dgm:prSet presAssocID="{D6E6B7DF-081B-4EEA-B3BA-1F71DDCBEE50}" presName="node" presStyleLbl="node1" presStyleIdx="6" presStyleCnt="7">
        <dgm:presLayoutVars>
          <dgm:bulletEnabled val="1"/>
        </dgm:presLayoutVars>
      </dgm:prSet>
      <dgm:spPr/>
    </dgm:pt>
  </dgm:ptLst>
  <dgm:cxnLst>
    <dgm:cxn modelId="{9B68CD18-E652-1E4D-81A5-72C099419530}" type="presOf" srcId="{7CA5D77C-9D98-4648-B505-847CCD924F42}" destId="{0EAF838D-72C2-8C47-81BD-BF24B1854204}" srcOrd="0" destOrd="0" presId="urn:microsoft.com/office/officeart/2005/8/layout/default"/>
    <dgm:cxn modelId="{1DF73C38-1C20-A647-8994-E04C61988ED6}" type="presOf" srcId="{38EA6806-766D-439D-ABE4-E23369B5D323}" destId="{8302C3B4-67BF-FB48-B81B-A94F5FC4D346}" srcOrd="0" destOrd="0" presId="urn:microsoft.com/office/officeart/2005/8/layout/default"/>
    <dgm:cxn modelId="{E1200D43-85B8-E946-B46F-4A50328832EB}" type="presOf" srcId="{580B9DD9-4508-43C3-B756-1BBA3DC89CA5}" destId="{21732B29-F820-274A-88C0-98C148F4FE0F}" srcOrd="0" destOrd="0" presId="urn:microsoft.com/office/officeart/2005/8/layout/default"/>
    <dgm:cxn modelId="{1F51B14B-023A-4FCE-B49D-06A4D1AC0EF4}" srcId="{7C6B35EC-8F37-47B1-9EE0-6815BB85FB57}" destId="{0179929C-BAAD-4118-992D-DC93A13D8331}" srcOrd="5" destOrd="0" parTransId="{CA02B084-7F48-411C-A0DD-8FC0E9026B69}" sibTransId="{7232E543-456A-48AA-8E4B-AC901A16C2BF}"/>
    <dgm:cxn modelId="{E06C695E-99FA-475F-A20D-EAFA719D940D}" srcId="{7C6B35EC-8F37-47B1-9EE0-6815BB85FB57}" destId="{D6E6B7DF-081B-4EEA-B3BA-1F71DDCBEE50}" srcOrd="6" destOrd="0" parTransId="{6960D0B1-5DA3-4217-A4FF-D5F4E76FEA8A}" sibTransId="{72D4BB01-9A6A-4665-A016-ED9F745097CD}"/>
    <dgm:cxn modelId="{9487E25E-1F23-BB49-B06B-23819E965B33}" type="presOf" srcId="{0179929C-BAAD-4118-992D-DC93A13D8331}" destId="{1194584D-6626-AC45-B49D-837819553287}" srcOrd="0" destOrd="0" presId="urn:microsoft.com/office/officeart/2005/8/layout/default"/>
    <dgm:cxn modelId="{36706475-C740-4BEC-9CE0-68411E76ED58}" srcId="{7C6B35EC-8F37-47B1-9EE0-6815BB85FB57}" destId="{6548D695-2CFC-4B47-8B50-B07B6180BD1A}" srcOrd="2" destOrd="0" parTransId="{EDDB9D2E-05CA-451F-984B-D39D06CEC45B}" sibTransId="{175BC145-D1BC-44DB-8B5B-CBCDBC9FAA8B}"/>
    <dgm:cxn modelId="{D5345089-BBC8-3A4E-A8C0-A18F97066F25}" type="presOf" srcId="{7C6B35EC-8F37-47B1-9EE0-6815BB85FB57}" destId="{391B610F-C707-1A45-B7A0-05265B8E4FC4}" srcOrd="0" destOrd="0" presId="urn:microsoft.com/office/officeart/2005/8/layout/default"/>
    <dgm:cxn modelId="{5C71E791-BEB8-514B-B82A-E009869F26F3}" type="presOf" srcId="{6548D695-2CFC-4B47-8B50-B07B6180BD1A}" destId="{BF54CCE6-FF53-4F4D-80AA-9E249F005FF6}" srcOrd="0" destOrd="0" presId="urn:microsoft.com/office/officeart/2005/8/layout/default"/>
    <dgm:cxn modelId="{98C995AB-C36C-4929-94BE-ED99291ADFDE}" srcId="{7C6B35EC-8F37-47B1-9EE0-6815BB85FB57}" destId="{7CA5D77C-9D98-4648-B505-847CCD924F42}" srcOrd="3" destOrd="0" parTransId="{AE63A685-7B1C-4130-AB78-C4AD316A5A86}" sibTransId="{72A33352-9188-44F0-B6AE-2A16E0C2D7DE}"/>
    <dgm:cxn modelId="{82388BB8-F5A1-44B4-8AAD-D46671942338}" srcId="{7C6B35EC-8F37-47B1-9EE0-6815BB85FB57}" destId="{580B9DD9-4508-43C3-B756-1BBA3DC89CA5}" srcOrd="0" destOrd="0" parTransId="{B522D749-C36E-4B5F-924A-931D8C6BA03D}" sibTransId="{43736847-971C-406B-989B-D44CC2E6829D}"/>
    <dgm:cxn modelId="{8270E0B9-4EAB-8D47-9AA5-0366695C77C0}" type="presOf" srcId="{9F723144-B476-40E2-B42C-0EA5499FBD54}" destId="{BCF56D4E-5E57-2A43-9623-F0B188961B05}" srcOrd="0" destOrd="0" presId="urn:microsoft.com/office/officeart/2005/8/layout/default"/>
    <dgm:cxn modelId="{48BD02D7-F8CE-4840-80E5-CF913E3D99BF}" srcId="{7C6B35EC-8F37-47B1-9EE0-6815BB85FB57}" destId="{9F723144-B476-40E2-B42C-0EA5499FBD54}" srcOrd="4" destOrd="0" parTransId="{BCF7147A-F49E-4975-AFA8-127BF0F78901}" sibTransId="{971096ED-AE9D-4BE7-89D3-8474C2A7BD93}"/>
    <dgm:cxn modelId="{E66445D7-3E21-A742-9587-31A9FC48DF4C}" type="presOf" srcId="{D6E6B7DF-081B-4EEA-B3BA-1F71DDCBEE50}" destId="{664C9441-6B95-9A4C-97E5-CC15994B356A}" srcOrd="0" destOrd="0" presId="urn:microsoft.com/office/officeart/2005/8/layout/default"/>
    <dgm:cxn modelId="{D18F7FFE-D8DB-477E-B956-6C1C40BF8398}" srcId="{7C6B35EC-8F37-47B1-9EE0-6815BB85FB57}" destId="{38EA6806-766D-439D-ABE4-E23369B5D323}" srcOrd="1" destOrd="0" parTransId="{0F7CFBB1-62D2-4ACC-B4DA-0B12A67E271F}" sibTransId="{6BF08C13-CCC9-4B3F-8FC9-7864C6EF3E3D}"/>
    <dgm:cxn modelId="{54DC11FB-E779-C74E-9460-79B170497C5E}" type="presParOf" srcId="{391B610F-C707-1A45-B7A0-05265B8E4FC4}" destId="{21732B29-F820-274A-88C0-98C148F4FE0F}" srcOrd="0" destOrd="0" presId="urn:microsoft.com/office/officeart/2005/8/layout/default"/>
    <dgm:cxn modelId="{11B62190-4A92-9642-86DC-619B59F6251D}" type="presParOf" srcId="{391B610F-C707-1A45-B7A0-05265B8E4FC4}" destId="{384CC337-9B2F-A448-B04B-AD49738D887A}" srcOrd="1" destOrd="0" presId="urn:microsoft.com/office/officeart/2005/8/layout/default"/>
    <dgm:cxn modelId="{33A39E07-6B0F-C048-B7F3-859914072160}" type="presParOf" srcId="{391B610F-C707-1A45-B7A0-05265B8E4FC4}" destId="{8302C3B4-67BF-FB48-B81B-A94F5FC4D346}" srcOrd="2" destOrd="0" presId="urn:microsoft.com/office/officeart/2005/8/layout/default"/>
    <dgm:cxn modelId="{F1C8C765-D1E3-7B47-99F2-4571EA72D229}" type="presParOf" srcId="{391B610F-C707-1A45-B7A0-05265B8E4FC4}" destId="{DCC97D28-115E-5B47-A0E0-2236DCC634E2}" srcOrd="3" destOrd="0" presId="urn:microsoft.com/office/officeart/2005/8/layout/default"/>
    <dgm:cxn modelId="{50B38A6F-C8C2-F24D-8CDA-24C071288875}" type="presParOf" srcId="{391B610F-C707-1A45-B7A0-05265B8E4FC4}" destId="{BF54CCE6-FF53-4F4D-80AA-9E249F005FF6}" srcOrd="4" destOrd="0" presId="urn:microsoft.com/office/officeart/2005/8/layout/default"/>
    <dgm:cxn modelId="{23D27BC0-4B99-6A44-A164-7861608AF6CA}" type="presParOf" srcId="{391B610F-C707-1A45-B7A0-05265B8E4FC4}" destId="{ADD4EC00-FA4F-7F41-827D-74A30997DEE1}" srcOrd="5" destOrd="0" presId="urn:microsoft.com/office/officeart/2005/8/layout/default"/>
    <dgm:cxn modelId="{E2708913-1991-104D-8CD1-FCE25A533EF8}" type="presParOf" srcId="{391B610F-C707-1A45-B7A0-05265B8E4FC4}" destId="{0EAF838D-72C2-8C47-81BD-BF24B1854204}" srcOrd="6" destOrd="0" presId="urn:microsoft.com/office/officeart/2005/8/layout/default"/>
    <dgm:cxn modelId="{101F5B59-A7C3-A541-A7D6-B9B83B9B3A07}" type="presParOf" srcId="{391B610F-C707-1A45-B7A0-05265B8E4FC4}" destId="{4BBF3C71-91F9-CC4F-929D-50C08B20199D}" srcOrd="7" destOrd="0" presId="urn:microsoft.com/office/officeart/2005/8/layout/default"/>
    <dgm:cxn modelId="{59147CB6-AB36-EE4E-8450-546C10DD07EF}" type="presParOf" srcId="{391B610F-C707-1A45-B7A0-05265B8E4FC4}" destId="{BCF56D4E-5E57-2A43-9623-F0B188961B05}" srcOrd="8" destOrd="0" presId="urn:microsoft.com/office/officeart/2005/8/layout/default"/>
    <dgm:cxn modelId="{DD735395-B44E-374B-9AFD-73D3A11CE99F}" type="presParOf" srcId="{391B610F-C707-1A45-B7A0-05265B8E4FC4}" destId="{BB84B854-35B4-CB4D-BDCF-47D2BF330ABB}" srcOrd="9" destOrd="0" presId="urn:microsoft.com/office/officeart/2005/8/layout/default"/>
    <dgm:cxn modelId="{4D6B88BF-518A-344B-964C-E0BA269CD8FE}" type="presParOf" srcId="{391B610F-C707-1A45-B7A0-05265B8E4FC4}" destId="{1194584D-6626-AC45-B49D-837819553287}" srcOrd="10" destOrd="0" presId="urn:microsoft.com/office/officeart/2005/8/layout/default"/>
    <dgm:cxn modelId="{01EA16EC-EA83-704C-A2FB-7C011479847E}" type="presParOf" srcId="{391B610F-C707-1A45-B7A0-05265B8E4FC4}" destId="{8AA50282-DDEA-2D45-9321-36A398C46C3E}" srcOrd="11" destOrd="0" presId="urn:microsoft.com/office/officeart/2005/8/layout/default"/>
    <dgm:cxn modelId="{C1C272DC-231A-6049-B42C-DB57D3C905F2}" type="presParOf" srcId="{391B610F-C707-1A45-B7A0-05265B8E4FC4}" destId="{664C9441-6B95-9A4C-97E5-CC15994B356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05A01-0A77-BB40-83B0-0B8118558A71}">
      <dsp:nvSpPr>
        <dsp:cNvPr id="0" name=""/>
        <dsp:cNvSpPr/>
      </dsp:nvSpPr>
      <dsp:spPr>
        <a:xfrm>
          <a:off x="0" y="330954"/>
          <a:ext cx="4977578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4F942-C1CE-CB40-BDF6-8D4107C44EAE}">
      <dsp:nvSpPr>
        <dsp:cNvPr id="0" name=""/>
        <dsp:cNvSpPr/>
      </dsp:nvSpPr>
      <dsp:spPr>
        <a:xfrm>
          <a:off x="248878" y="124314"/>
          <a:ext cx="3484304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698" tIns="0" rIns="131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Plattformunabhängig </a:t>
          </a:r>
          <a:endParaRPr lang="en-US" sz="1400" kern="1200"/>
        </a:p>
      </dsp:txBody>
      <dsp:txXfrm>
        <a:off x="269053" y="144489"/>
        <a:ext cx="3443954" cy="372929"/>
      </dsp:txXfrm>
    </dsp:sp>
    <dsp:sp modelId="{67F44437-5C0D-DA4D-97A1-CCE9F5192FF0}">
      <dsp:nvSpPr>
        <dsp:cNvPr id="0" name=""/>
        <dsp:cNvSpPr/>
      </dsp:nvSpPr>
      <dsp:spPr>
        <a:xfrm>
          <a:off x="0" y="965994"/>
          <a:ext cx="4977578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C34CD5-5C4E-2E40-BA17-FC574CD179CF}">
      <dsp:nvSpPr>
        <dsp:cNvPr id="0" name=""/>
        <dsp:cNvSpPr/>
      </dsp:nvSpPr>
      <dsp:spPr>
        <a:xfrm>
          <a:off x="248878" y="759354"/>
          <a:ext cx="3484304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698" tIns="0" rIns="131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Zugriff über den Browser</a:t>
          </a:r>
          <a:endParaRPr lang="en-US" sz="1400" kern="1200"/>
        </a:p>
      </dsp:txBody>
      <dsp:txXfrm>
        <a:off x="269053" y="779529"/>
        <a:ext cx="3443954" cy="372929"/>
      </dsp:txXfrm>
    </dsp:sp>
    <dsp:sp modelId="{4FB377B7-4482-F849-B286-3779E0179147}">
      <dsp:nvSpPr>
        <dsp:cNvPr id="0" name=""/>
        <dsp:cNvSpPr/>
      </dsp:nvSpPr>
      <dsp:spPr>
        <a:xfrm>
          <a:off x="0" y="1601034"/>
          <a:ext cx="4977578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58870-606B-DE44-940F-4A0AA01CA3B7}">
      <dsp:nvSpPr>
        <dsp:cNvPr id="0" name=""/>
        <dsp:cNvSpPr/>
      </dsp:nvSpPr>
      <dsp:spPr>
        <a:xfrm>
          <a:off x="248878" y="1394394"/>
          <a:ext cx="3484304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698" tIns="0" rIns="131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Keine Installation erforderlich </a:t>
          </a:r>
          <a:br>
            <a:rPr lang="de-DE" sz="1400" kern="1200"/>
          </a:br>
          <a:endParaRPr lang="en-US" sz="1400" kern="1200"/>
        </a:p>
      </dsp:txBody>
      <dsp:txXfrm>
        <a:off x="269053" y="1414569"/>
        <a:ext cx="3443954" cy="372929"/>
      </dsp:txXfrm>
    </dsp:sp>
    <dsp:sp modelId="{FC05319F-C8FA-9B40-BCDA-84EF1BB529E7}">
      <dsp:nvSpPr>
        <dsp:cNvPr id="0" name=""/>
        <dsp:cNvSpPr/>
      </dsp:nvSpPr>
      <dsp:spPr>
        <a:xfrm>
          <a:off x="0" y="2236074"/>
          <a:ext cx="4977578" cy="1278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6315" tIns="291592" rIns="38631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Begrenzte Offline-Funktionalität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Eingeschränkter Zugriff auf Gerätefunktionen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Geringere Performance bei komplexen Anwendungen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Keine direkte Nutzerinteraktionen</a:t>
          </a:r>
          <a:endParaRPr lang="en-US" sz="1400" kern="1200"/>
        </a:p>
      </dsp:txBody>
      <dsp:txXfrm>
        <a:off x="0" y="2236074"/>
        <a:ext cx="4977578" cy="1278900"/>
      </dsp:txXfrm>
    </dsp:sp>
    <dsp:sp modelId="{B11D101F-02CB-0F44-B84F-BD6790B1CEA0}">
      <dsp:nvSpPr>
        <dsp:cNvPr id="0" name=""/>
        <dsp:cNvSpPr/>
      </dsp:nvSpPr>
      <dsp:spPr>
        <a:xfrm>
          <a:off x="248878" y="2029434"/>
          <a:ext cx="3484304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698" tIns="0" rIns="131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Einschränkungen:</a:t>
          </a:r>
          <a:endParaRPr lang="en-US" sz="1400" kern="1200"/>
        </a:p>
      </dsp:txBody>
      <dsp:txXfrm>
        <a:off x="269053" y="2049609"/>
        <a:ext cx="3443954" cy="372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32B29-F820-274A-88C0-98C148F4FE0F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Progressiv </a:t>
          </a:r>
          <a:endParaRPr lang="en-US" sz="2500" kern="1200"/>
        </a:p>
      </dsp:txBody>
      <dsp:txXfrm>
        <a:off x="3080" y="587032"/>
        <a:ext cx="2444055" cy="1466433"/>
      </dsp:txXfrm>
    </dsp:sp>
    <dsp:sp modelId="{8302C3B4-67BF-FB48-B81B-A94F5FC4D346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Responsiv </a:t>
          </a:r>
          <a:endParaRPr lang="en-US" sz="2500" kern="1200"/>
        </a:p>
      </dsp:txBody>
      <dsp:txXfrm>
        <a:off x="2691541" y="587032"/>
        <a:ext cx="2444055" cy="1466433"/>
      </dsp:txXfrm>
    </dsp:sp>
    <dsp:sp modelId="{BF54CCE6-FF53-4F4D-80AA-9E249F005FF6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Unabhängig von der Konnektivität </a:t>
          </a:r>
          <a:endParaRPr lang="en-US" sz="2500" kern="1200"/>
        </a:p>
      </dsp:txBody>
      <dsp:txXfrm>
        <a:off x="5380002" y="587032"/>
        <a:ext cx="2444055" cy="1466433"/>
      </dsp:txXfrm>
    </dsp:sp>
    <dsp:sp modelId="{0EAF838D-72C2-8C47-81BD-BF24B1854204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Installierbar</a:t>
          </a:r>
          <a:endParaRPr lang="en-US" sz="2500" kern="1200"/>
        </a:p>
      </dsp:txBody>
      <dsp:txXfrm>
        <a:off x="8068463" y="587032"/>
        <a:ext cx="2444055" cy="1466433"/>
      </dsp:txXfrm>
    </dsp:sp>
    <dsp:sp modelId="{BCF56D4E-5E57-2A43-9623-F0B188961B05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App-ähnliche Nutzererfahrung </a:t>
          </a:r>
          <a:endParaRPr lang="en-US" sz="2500" kern="1200"/>
        </a:p>
      </dsp:txBody>
      <dsp:txXfrm>
        <a:off x="1347311" y="2297871"/>
        <a:ext cx="2444055" cy="1466433"/>
      </dsp:txXfrm>
    </dsp:sp>
    <dsp:sp modelId="{1194584D-6626-AC45-B49D-837819553287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Immer aktuell (Auto-Updates)</a:t>
          </a:r>
          <a:endParaRPr lang="en-US" sz="2500" kern="1200"/>
        </a:p>
      </dsp:txBody>
      <dsp:txXfrm>
        <a:off x="4035772" y="2297871"/>
        <a:ext cx="2444055" cy="1466433"/>
      </dsp:txXfrm>
    </dsp:sp>
    <dsp:sp modelId="{664C9441-6B95-9A4C-97E5-CC15994B356A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Sicher</a:t>
          </a:r>
          <a:endParaRPr lang="en-US" sz="2500" kern="1200"/>
        </a:p>
      </dsp:txBody>
      <dsp:txXfrm>
        <a:off x="672423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E9EAB-0AB2-1599-36E9-1D2B31CD6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3E76FA-84CC-C396-7EA8-59DAB8237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D99DE4-3148-4AE8-F1D4-6E7E8E3D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5F36BC-CD11-5A83-2C54-062A0A05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3C1629-C387-8421-D052-E42D3742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55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0918F9-6093-DBDF-2FD2-2956FBC7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277F5-80D4-215A-CA19-EF30F6974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B05966-4CC2-C248-BEDC-A43E413D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8DEA6-EE73-0F17-E204-E2E3AE8A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D5E5D-9291-7ED7-D8C9-E2EAAF4A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70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F32197-AC8A-A710-FF6D-03BF1AF9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A24000-0CCC-EFD7-AF2F-084BB4DB8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95BFBE-54F9-F686-71C8-24FACD16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5609AE-AC21-C402-B000-18474357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09C50A-3946-6754-F73F-B145F142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5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76B93A-02B8-785A-3C79-3D91E09F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327E58-2C04-F08C-A5BC-247A016EE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D0FD1F-A3C3-BD96-9A75-7D7F7A115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777259-BF80-8A9D-6B5F-D1C53F61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A0605B-E6DB-9C00-FAE4-AD0814B6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0D5461-231B-3255-95F7-E058369F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20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57420-5A11-3827-92F1-4845EBDD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460228-E84E-9632-A1B9-C6355F4E5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64768A-02AB-CDDB-9AC7-BB5532160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1A37DE-6D76-A51A-7CA2-37DEFE958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157D6D1-B90A-EF50-ED0E-496B25B8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CC0F58-54D4-434E-FE50-39666883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476653-17C4-46A4-E533-F879FDD3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00A8FB-A603-3916-FCDC-A7FDFF76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58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BE09F-1DC6-3EE1-E769-885BD576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475C2F-F7F9-ECD8-9F3A-63FFB2C2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556E1E-C711-76B5-8DE3-AF2215E6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A86627-5FEA-9343-6F02-500F5A1F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59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4A4138-04E8-2249-BA0D-C98FC8D6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E7C5F4-1387-84E7-C65B-96CE0F31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D2F9C8-4C27-E612-73F8-E4358FCF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04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110AB-1505-F136-81D6-ABB76B6E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85E305-FE14-F3B3-C842-391D89C7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C4823C-F41B-8C85-8DB9-F90D8244E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A9F7F5-F8E3-20B9-E787-984A953B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361245-6096-5320-65C6-A3E15073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DAC798-96DE-1AE4-BD0D-7D6FA810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95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C4781-20BF-CBCF-7FCF-60988466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D26417-D538-9D9D-3ECE-E060F7CC1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7F1CAE-CCA0-79C7-24D1-AB4FBF5BA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63F611-C384-6DA6-BEE2-8D7C5597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31C676-A630-D660-24DE-EC749D9A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EBDA2-CF75-2B33-C80F-EF3E217F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35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41B57-94D6-328B-F57F-2FCD0464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216200-72D2-33AF-135D-8C430426E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5D8E30-1FD5-6404-1EC2-AA1CC43F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52DBD5-F4AB-1913-A9E9-013C848A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147343-9EE6-C77E-C644-84EFDBF2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60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222FCDB-6A93-7F41-2079-8FA620D2A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50A596-1C8A-63FA-1303-E1D6A1884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264E15-AC49-60D2-A68B-7F496D5E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CF29BF-56DB-53EF-E4BC-3AC740BA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AD3331-CDDC-4802-519A-C471B608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269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AE9E3-502F-8647-21FF-66E4C940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44B12E-625B-38EF-2D06-EB9476128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54D8C6-CE49-F62A-1A95-9827200FA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28226-6778-DA4E-976B-D330A8D1F16E}" type="datetimeFigureOut">
              <a:rPr lang="de-DE" smtClean="0"/>
              <a:t>21.01.26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5FE23E-D0F3-DAEB-6826-30A866BFB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E4371E-C286-660B-94D0-C64148EE3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F9DE7-62AC-E741-A19F-23DB2B733C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55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0C8D6C-FAEB-CDD0-CB4E-0424A989B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de-DE" sz="5200">
                <a:solidFill>
                  <a:schemeClr val="tx2"/>
                </a:solidFill>
              </a:rPr>
              <a:t>Problemstellung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E94E32-5E5F-8F1F-3D3D-7F09950FF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95" y="3525490"/>
            <a:ext cx="9469211" cy="865639"/>
          </a:xfrm>
        </p:spPr>
        <p:txBody>
          <a:bodyPr anchor="t">
            <a:normAutofit/>
          </a:bodyPr>
          <a:lstStyle/>
          <a:p>
            <a:r>
              <a:rPr lang="de-DE">
                <a:solidFill>
                  <a:schemeClr val="tx2"/>
                </a:solidFill>
              </a:rPr>
              <a:t>Webandwendungen vs. Native Apps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16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8F30F0-3760-478B-66EF-1102E5B0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de-DE" sz="3600">
                <a:solidFill>
                  <a:schemeClr val="tx2"/>
                </a:solidFill>
              </a:rPr>
              <a:t>Klassische Webanwendungen</a:t>
            </a:r>
          </a:p>
        </p:txBody>
      </p:sp>
      <p:pic>
        <p:nvPicPr>
          <p:cNvPr id="21" name="Graphic 6" descr="Laptop sicher">
            <a:extLst>
              <a:ext uri="{FF2B5EF4-FFF2-40B4-BE49-F238E27FC236}">
                <a16:creationId xmlns:a16="http://schemas.microsoft.com/office/drawing/2014/main" id="{CA526F8C-FA56-C46C-D616-306853D62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graphicFrame>
        <p:nvGraphicFramePr>
          <p:cNvPr id="27" name="Inhaltsplatzhalter 2">
            <a:extLst>
              <a:ext uri="{FF2B5EF4-FFF2-40B4-BE49-F238E27FC236}">
                <a16:creationId xmlns:a16="http://schemas.microsoft.com/office/drawing/2014/main" id="{169FB0D5-72EB-F2C9-8C87-E9D9B946C0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0574" y="2421682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2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811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Mobilgerät mit Apps">
            <a:extLst>
              <a:ext uri="{FF2B5EF4-FFF2-40B4-BE49-F238E27FC236}">
                <a16:creationId xmlns:a16="http://schemas.microsoft.com/office/drawing/2014/main" id="{316898C4-F583-0226-13A2-0AF89A5B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98" r="802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14E631-1357-F0D4-BF8C-002B354D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de-DE" sz="4000"/>
              <a:t>Native Apps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672404-377B-FA9A-D531-4D8FF581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1700"/>
              <a:t>Hohe Performance </a:t>
            </a:r>
          </a:p>
          <a:p>
            <a:r>
              <a:rPr lang="de-DE" sz="1700"/>
              <a:t>Tiefe Integration ins Betriebssystem </a:t>
            </a:r>
          </a:p>
          <a:p>
            <a:r>
              <a:rPr lang="de-DE" sz="1700"/>
              <a:t>Vollständiger Zugriff auf Gerätefunktionen </a:t>
            </a:r>
          </a:p>
          <a:p>
            <a:r>
              <a:rPr lang="de-DE" sz="1700"/>
              <a:t>Gute Nutzererfahrung </a:t>
            </a:r>
          </a:p>
          <a:p>
            <a:endParaRPr lang="de-DE" sz="1700"/>
          </a:p>
          <a:p>
            <a:r>
              <a:rPr lang="de-DE" sz="1700"/>
              <a:t>Nachteile: </a:t>
            </a:r>
          </a:p>
          <a:p>
            <a:pPr lvl="1"/>
            <a:r>
              <a:rPr lang="de-DE" sz="1700"/>
              <a:t>Hoher Entwicklungs- und Wartungsaufwand </a:t>
            </a:r>
          </a:p>
          <a:p>
            <a:pPr lvl="1"/>
            <a:r>
              <a:rPr lang="de-DE" sz="1700"/>
              <a:t>Separate Apps für iOS und Android </a:t>
            </a:r>
          </a:p>
          <a:p>
            <a:pPr lvl="1"/>
            <a:r>
              <a:rPr lang="de-DE" sz="1700"/>
              <a:t>Abhängigkeit von App-Stores (Freigaben, Updates, Gebühren)</a:t>
            </a:r>
          </a:p>
        </p:txBody>
      </p:sp>
    </p:spTree>
    <p:extLst>
      <p:ext uri="{BB962C8B-B14F-4D97-AF65-F5344CB8AC3E}">
        <p14:creationId xmlns:p14="http://schemas.microsoft.com/office/powerpoint/2010/main" val="197372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58EDD9-0685-44E6-9B72-108BB10E1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FBD52E-03A6-F124-A2F3-53C1890565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33446" y="2078182"/>
            <a:ext cx="6562262" cy="106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Die Lösung: PWA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0C3B0D-2639-730C-47B1-1C3604A0C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80954" y="3429000"/>
            <a:ext cx="6562262" cy="1590165"/>
          </a:xfrm>
          <a:noFill/>
        </p:spPr>
        <p:txBody>
          <a:bodyPr>
            <a:normAutofit/>
          </a:bodyPr>
          <a:lstStyle/>
          <a:p>
            <a:pPr algn="r"/>
            <a:r>
              <a:rPr lang="de-DE" dirty="0"/>
              <a:t>Das beste aus beiden Welten</a:t>
            </a:r>
          </a:p>
        </p:txBody>
      </p:sp>
      <p:pic>
        <p:nvPicPr>
          <p:cNvPr id="6" name="Picture 5" descr="Ein gelbes Puzzleteil, das ein schwarzes Puzzle vervollständigt">
            <a:extLst>
              <a:ext uri="{FF2B5EF4-FFF2-40B4-BE49-F238E27FC236}">
                <a16:creationId xmlns:a16="http://schemas.microsoft.com/office/drawing/2014/main" id="{A07CDA44-CABF-1A71-046A-FB2C1AF3B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6" r="39501" b="-1"/>
          <a:stretch>
            <a:fillRect/>
          </a:stretch>
        </p:blipFill>
        <p:spPr>
          <a:xfrm>
            <a:off x="7552944" y="10"/>
            <a:ext cx="4636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4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B32380-DCBA-2B5F-CD92-EFE36C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Progressive Web App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B8F5D4-2829-D65A-400F-D9605D6CD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Webanwendungen </a:t>
            </a:r>
          </a:p>
          <a:p>
            <a:r>
              <a:rPr lang="de-DE" sz="2400" dirty="0"/>
              <a:t>Moderne Webstandards </a:t>
            </a:r>
          </a:p>
          <a:p>
            <a:r>
              <a:rPr lang="de-DE" sz="2400" dirty="0"/>
              <a:t>App-ähnliche Funktionen bieten</a:t>
            </a:r>
          </a:p>
          <a:p>
            <a:r>
              <a:rPr lang="de-DE" sz="2400" dirty="0"/>
              <a:t>Nutzung  über den Browser genutzt</a:t>
            </a:r>
          </a:p>
          <a:p>
            <a:r>
              <a:rPr lang="de-DE" sz="2400" dirty="0"/>
              <a:t>Optionale Installation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D474ADA-2F81-8409-40B5-2495020C7659}"/>
              </a:ext>
            </a:extLst>
          </p:cNvPr>
          <p:cNvCxnSpPr/>
          <p:nvPr/>
        </p:nvCxnSpPr>
        <p:spPr>
          <a:xfrm>
            <a:off x="8582891" y="2763982"/>
            <a:ext cx="0" cy="3460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C0B3EC8-A7EA-7A7C-4B71-B8F1924E65FD}"/>
              </a:ext>
            </a:extLst>
          </p:cNvPr>
          <p:cNvCxnSpPr/>
          <p:nvPr/>
        </p:nvCxnSpPr>
        <p:spPr>
          <a:xfrm>
            <a:off x="8582891" y="2763982"/>
            <a:ext cx="12638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B375BB1-9A77-C216-1FF5-72B5AE73F6BA}"/>
              </a:ext>
            </a:extLst>
          </p:cNvPr>
          <p:cNvSpPr/>
          <p:nvPr/>
        </p:nvSpPr>
        <p:spPr>
          <a:xfrm>
            <a:off x="9846733" y="2258645"/>
            <a:ext cx="2057400" cy="106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1990er – 2000er</a:t>
            </a:r>
            <a:br>
              <a:rPr lang="de-DE" sz="1200" dirty="0"/>
            </a:br>
            <a:r>
              <a:rPr lang="de-DE" sz="1200" dirty="0"/>
              <a:t>Webanwendungen</a:t>
            </a:r>
            <a:r>
              <a:rPr lang="de-DE" dirty="0"/>
              <a:t> 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ADEDBC4E-0FE2-C7D5-B545-70243205A0FA}"/>
              </a:ext>
            </a:extLst>
          </p:cNvPr>
          <p:cNvCxnSpPr/>
          <p:nvPr/>
        </p:nvCxnSpPr>
        <p:spPr>
          <a:xfrm>
            <a:off x="8582891" y="4494068"/>
            <a:ext cx="12638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1EBDFFC-7D5B-4F02-92A7-CD79012D23CC}"/>
              </a:ext>
            </a:extLst>
          </p:cNvPr>
          <p:cNvSpPr/>
          <p:nvPr/>
        </p:nvSpPr>
        <p:spPr>
          <a:xfrm>
            <a:off x="9846733" y="3963291"/>
            <a:ext cx="2057400" cy="106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ab ca. 2007 </a:t>
            </a:r>
            <a:br>
              <a:rPr lang="de-DE" sz="1200" dirty="0"/>
            </a:br>
            <a:r>
              <a:rPr lang="de-DE" sz="1200" dirty="0"/>
              <a:t>Native Apps</a:t>
            </a:r>
            <a:r>
              <a:rPr lang="de-DE" dirty="0"/>
              <a:t> </a:t>
            </a:r>
          </a:p>
        </p:txBody>
      </p: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EAD88546-10DC-933B-85AB-67F988F1429B}"/>
              </a:ext>
            </a:extLst>
          </p:cNvPr>
          <p:cNvCxnSpPr/>
          <p:nvPr/>
        </p:nvCxnSpPr>
        <p:spPr>
          <a:xfrm>
            <a:off x="8582891" y="6224155"/>
            <a:ext cx="13908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B1CAF1A-ADF0-DE55-0B76-411070D9CF29}"/>
              </a:ext>
            </a:extLst>
          </p:cNvPr>
          <p:cNvSpPr/>
          <p:nvPr/>
        </p:nvSpPr>
        <p:spPr>
          <a:xfrm>
            <a:off x="9973975" y="5690755"/>
            <a:ext cx="2057400" cy="106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ab ca. 2015 </a:t>
            </a:r>
            <a:br>
              <a:rPr lang="de-DE" sz="1200" dirty="0"/>
            </a:br>
            <a:r>
              <a:rPr lang="de-DE" sz="1200" dirty="0"/>
              <a:t>PWAs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9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0C9E77-4286-4CFE-8685-37F04F7B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Zentrale Eigenschaften von PWA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D40031BD-528F-8725-DB81-620A2E831D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585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D-Hologramm eines iPad">
            <a:extLst>
              <a:ext uri="{FF2B5EF4-FFF2-40B4-BE49-F238E27FC236}">
                <a16:creationId xmlns:a16="http://schemas.microsoft.com/office/drawing/2014/main" id="{C19FECD9-2375-0E13-4E5F-8CC6A2A7A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4" b="7925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0F5061-FCCA-AFFD-7E28-CB60543E3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2155188"/>
            <a:ext cx="4160233" cy="2839273"/>
          </a:xfrm>
        </p:spPr>
        <p:txBody>
          <a:bodyPr>
            <a:normAutofit/>
          </a:bodyPr>
          <a:lstStyle/>
          <a:p>
            <a:pPr algn="l"/>
            <a:br>
              <a:rPr lang="de-DE" sz="4000">
                <a:solidFill>
                  <a:srgbClr val="FFFFFF"/>
                </a:solidFill>
              </a:rPr>
            </a:br>
            <a:r>
              <a:rPr lang="de-DE" sz="4000">
                <a:solidFill>
                  <a:srgbClr val="FFFFFF"/>
                </a:solidFill>
              </a:rPr>
              <a:t>Technische Grundlagen einer PWA  </a:t>
            </a:r>
            <a:br>
              <a:rPr lang="de-DE" sz="4000">
                <a:solidFill>
                  <a:srgbClr val="FFFFFF"/>
                </a:solidFill>
              </a:rPr>
            </a:br>
            <a:endParaRPr lang="de-DE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26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913DC8-5234-6509-609A-3C8890850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9560" y="856180"/>
            <a:ext cx="4560584" cy="11280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3700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Service Worker – Kerntechnologie</a:t>
            </a:r>
            <a:endParaRPr kumimoji="0" lang="de-DE" altLang="de-DE" sz="3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7122EC-5A26-F88D-24CB-CA6772EB0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de-DE" sz="2000"/>
              <a:t>Service Worker</a:t>
            </a:r>
          </a:p>
          <a:p>
            <a:pPr lvl="1"/>
            <a:r>
              <a:rPr lang="de-DE" sz="2000"/>
              <a:t>JavaScript-Skript im Hintergrund</a:t>
            </a:r>
          </a:p>
          <a:p>
            <a:pPr lvl="1"/>
            <a:r>
              <a:rPr lang="de-DE" sz="2000"/>
              <a:t>Unabhängig vom Browser-Tab</a:t>
            </a:r>
          </a:p>
          <a:p>
            <a:endParaRPr lang="de-DE" sz="2000"/>
          </a:p>
          <a:p>
            <a:r>
              <a:rPr lang="de-DE" sz="2000"/>
              <a:t>Zentrale Aufgaben: </a:t>
            </a:r>
          </a:p>
          <a:p>
            <a:pPr lvl="1"/>
            <a:r>
              <a:rPr lang="de-DE" sz="2000"/>
              <a:t>Offline-Funktionalität (Caching)</a:t>
            </a:r>
          </a:p>
          <a:p>
            <a:pPr lvl="1"/>
            <a:r>
              <a:rPr lang="de-DE" sz="2000"/>
              <a:t>Kontrolle von Netzwerkzugriffen</a:t>
            </a:r>
          </a:p>
          <a:p>
            <a:pPr lvl="1"/>
            <a:r>
              <a:rPr lang="de-DE" sz="2000"/>
              <a:t>Push-Benachrichtigungen </a:t>
            </a:r>
          </a:p>
          <a:p>
            <a:pPr lvl="1"/>
            <a:r>
              <a:rPr lang="de-DE" sz="2000"/>
              <a:t>Hintergrund-Synchronisation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5" descr="Ein abstraktes Muster mit Linien und Finanzsymbolen">
            <a:extLst>
              <a:ext uri="{FF2B5EF4-FFF2-40B4-BE49-F238E27FC236}">
                <a16:creationId xmlns:a16="http://schemas.microsoft.com/office/drawing/2014/main" id="{923DFAFB-7D14-464A-6B54-3075CDE9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8" r="16863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1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5D8E91-7052-4299-EFE3-40826A68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de-DE" sz="5200"/>
              <a:t>Web App Manifest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08AF74-69A4-0834-7284-3DACEA607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de-DE" sz="2000"/>
              <a:t>Web App Manifest </a:t>
            </a:r>
          </a:p>
          <a:p>
            <a:pPr lvl="1"/>
            <a:r>
              <a:rPr lang="de-DE" sz="2000"/>
              <a:t>JSON-Datei </a:t>
            </a:r>
          </a:p>
          <a:p>
            <a:pPr lvl="1"/>
            <a:r>
              <a:rPr lang="de-DE" sz="2000"/>
              <a:t>Beschreibung der Anwendung  </a:t>
            </a:r>
          </a:p>
          <a:p>
            <a:pPr lvl="1"/>
            <a:r>
              <a:rPr lang="de-DE" sz="2000"/>
              <a:t>Ermöglicht Installation </a:t>
            </a:r>
          </a:p>
          <a:p>
            <a:pPr marL="457200" lvl="1" indent="0">
              <a:buNone/>
            </a:pPr>
            <a:endParaRPr lang="de-DE" sz="2000"/>
          </a:p>
          <a:p>
            <a:r>
              <a:rPr lang="de-DE" sz="2000"/>
              <a:t>Definiert u. a: </a:t>
            </a:r>
          </a:p>
          <a:p>
            <a:pPr lvl="1"/>
            <a:r>
              <a:rPr lang="de-DE" sz="2000"/>
              <a:t>Name und Icon der App</a:t>
            </a:r>
          </a:p>
          <a:p>
            <a:pPr lvl="1"/>
            <a:r>
              <a:rPr lang="de-DE" sz="2000"/>
              <a:t>Start-URL</a:t>
            </a:r>
          </a:p>
          <a:p>
            <a:pPr lvl="1"/>
            <a:r>
              <a:rPr lang="de-DE" sz="2000"/>
              <a:t>Anzeige-Modus (z.B Standalone)</a:t>
            </a:r>
          </a:p>
        </p:txBody>
      </p:sp>
    </p:spTree>
    <p:extLst>
      <p:ext uri="{BB962C8B-B14F-4D97-AF65-F5344CB8AC3E}">
        <p14:creationId xmlns:p14="http://schemas.microsoft.com/office/powerpoint/2010/main" val="423149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14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9C10DF-BF82-3B31-07C1-513DB194D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3618" y="1239927"/>
            <a:ext cx="4008586" cy="46805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5200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HTTPS – Grundlage für PWAs</a:t>
            </a:r>
            <a:endParaRPr kumimoji="0" lang="de-DE" altLang="de-DE" sz="5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06ED6F-2776-E39D-D17C-5ECA0F98C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de-DE" sz="2000"/>
              <a:t>Verpflichtende Voraussetzung </a:t>
            </a:r>
          </a:p>
          <a:p>
            <a:r>
              <a:rPr lang="de-DE" sz="2000"/>
              <a:t>Schutz vor Datenmanipulation </a:t>
            </a:r>
          </a:p>
          <a:p>
            <a:r>
              <a:rPr lang="de-DE" sz="2000"/>
              <a:t>Schutz vor unbefugtem Zugriff</a:t>
            </a:r>
          </a:p>
          <a:p>
            <a:r>
              <a:rPr lang="de-DE" sz="2000"/>
              <a:t>Service Workers nur über HTTPS </a:t>
            </a:r>
          </a:p>
        </p:txBody>
      </p:sp>
    </p:spTree>
    <p:extLst>
      <p:ext uri="{BB962C8B-B14F-4D97-AF65-F5344CB8AC3E}">
        <p14:creationId xmlns:p14="http://schemas.microsoft.com/office/powerpoint/2010/main" val="19544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643057-4376-181C-D1E4-505B8CBD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de-DE" sz="5400"/>
              <a:t>Caching &amp; Offline-Strategien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21E45-3CAF-1566-E6DC-40707258E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r>
              <a:rPr lang="de-DE" sz="2000"/>
              <a:t>Caching-Strategien: </a:t>
            </a:r>
          </a:p>
          <a:p>
            <a:pPr lvl="1"/>
            <a:r>
              <a:rPr lang="de-DE" sz="2000"/>
              <a:t>Zwischenspeicherung von Ressourcen</a:t>
            </a:r>
          </a:p>
          <a:p>
            <a:pPr lvl="1"/>
            <a:r>
              <a:rPr lang="de-DE" sz="2000"/>
              <a:t>Schnelle Ladezeiten </a:t>
            </a:r>
          </a:p>
          <a:p>
            <a:pPr lvl="1"/>
            <a:r>
              <a:rPr lang="de-DE" sz="2000"/>
              <a:t>Offline-Nutzung </a:t>
            </a:r>
          </a:p>
          <a:p>
            <a:pPr marL="457200" lvl="1" indent="0">
              <a:buNone/>
            </a:pPr>
            <a:endParaRPr lang="de-DE" sz="2000"/>
          </a:p>
          <a:p>
            <a:r>
              <a:rPr lang="de-DE" sz="2000"/>
              <a:t>Typische Strategien:</a:t>
            </a:r>
          </a:p>
          <a:p>
            <a:pPr lvl="1"/>
            <a:r>
              <a:rPr lang="de-DE" sz="2000"/>
              <a:t>Cache First</a:t>
            </a:r>
          </a:p>
          <a:p>
            <a:pPr lvl="1"/>
            <a:r>
              <a:rPr lang="de-DE" sz="2000"/>
              <a:t>Network First</a:t>
            </a:r>
          </a:p>
        </p:txBody>
      </p:sp>
    </p:spTree>
    <p:extLst>
      <p:ext uri="{BB962C8B-B14F-4D97-AF65-F5344CB8AC3E}">
        <p14:creationId xmlns:p14="http://schemas.microsoft.com/office/powerpoint/2010/main" val="18703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0CFEE-5FF1-FD3F-591F-CC72EDEC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de-DE" sz="5400"/>
              <a:t>Browser-APIs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8FDBDA-57B5-6976-D4EE-C901DA895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r>
              <a:rPr lang="de-DE" sz="2000"/>
              <a:t>Browser-APIS</a:t>
            </a:r>
          </a:p>
          <a:p>
            <a:pPr lvl="1"/>
            <a:r>
              <a:rPr lang="de-DE" sz="2000"/>
              <a:t>Zugriff auf Gerätefunktionen</a:t>
            </a:r>
          </a:p>
          <a:p>
            <a:pPr lvl="1"/>
            <a:r>
              <a:rPr lang="de-DE" sz="2000"/>
              <a:t>Nutzung von Webstandards </a:t>
            </a:r>
          </a:p>
          <a:p>
            <a:pPr lvl="1"/>
            <a:r>
              <a:rPr lang="de-DE" sz="2000"/>
              <a:t>Abhängig von Browser </a:t>
            </a:r>
          </a:p>
          <a:p>
            <a:pPr lvl="1"/>
            <a:r>
              <a:rPr lang="de-DE" sz="2000"/>
              <a:t>Abhängig vom Betriebssystem </a:t>
            </a:r>
          </a:p>
          <a:p>
            <a:pPr lvl="1"/>
            <a:endParaRPr lang="de-DE" sz="2000"/>
          </a:p>
          <a:p>
            <a:r>
              <a:rPr lang="de-DE" sz="2000"/>
              <a:t>Beispiele:</a:t>
            </a:r>
          </a:p>
          <a:p>
            <a:pPr lvl="1"/>
            <a:r>
              <a:rPr lang="de-DE" sz="2000"/>
              <a:t>Push-Benachrichtigungen </a:t>
            </a:r>
          </a:p>
          <a:p>
            <a:pPr lvl="1"/>
            <a:r>
              <a:rPr lang="de-DE" sz="2000"/>
              <a:t>Geolocation </a:t>
            </a:r>
          </a:p>
          <a:p>
            <a:pPr lvl="1"/>
            <a:r>
              <a:rPr lang="de-DE" sz="2000"/>
              <a:t>Kamera</a:t>
            </a:r>
          </a:p>
          <a:p>
            <a:pPr lvl="1"/>
            <a:r>
              <a:rPr lang="de-DE" sz="2000"/>
              <a:t>Mikrofon </a:t>
            </a:r>
          </a:p>
        </p:txBody>
      </p:sp>
    </p:spTree>
    <p:extLst>
      <p:ext uri="{BB962C8B-B14F-4D97-AF65-F5344CB8AC3E}">
        <p14:creationId xmlns:p14="http://schemas.microsoft.com/office/powerpoint/2010/main" val="209948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248</Words>
  <Application>Microsoft Macintosh PowerPoint</Application>
  <PresentationFormat>Breitbild</PresentationFormat>
  <Paragraphs>87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-webkit-standard</vt:lpstr>
      <vt:lpstr>Aptos</vt:lpstr>
      <vt:lpstr>Aptos Display</vt:lpstr>
      <vt:lpstr>Arial</vt:lpstr>
      <vt:lpstr>Office</vt:lpstr>
      <vt:lpstr>Problemstellung </vt:lpstr>
      <vt:lpstr>Klassische Webanwendungen</vt:lpstr>
      <vt:lpstr>Native Apps</vt:lpstr>
      <vt:lpstr>Die Lösung: PWA</vt:lpstr>
      <vt:lpstr>Progressive Web App</vt:lpstr>
      <vt:lpstr>Zentrale Eigenschaften von PWA</vt:lpstr>
      <vt:lpstr> Technische Grundlagen einer PWA   </vt:lpstr>
      <vt:lpstr>Service Worker – Kerntechnologie</vt:lpstr>
      <vt:lpstr>Web App Manifest</vt:lpstr>
      <vt:lpstr>HTTPS – Grundlage für PWAs</vt:lpstr>
      <vt:lpstr>Caching &amp; Offline-Strategien</vt:lpstr>
      <vt:lpstr>Browser-APIs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wirschauen007@outlook.de</dc:creator>
  <cp:lastModifiedBy>wirschauen007@outlook.de</cp:lastModifiedBy>
  <cp:revision>2</cp:revision>
  <dcterms:created xsi:type="dcterms:W3CDTF">2026-01-18T10:01:20Z</dcterms:created>
  <dcterms:modified xsi:type="dcterms:W3CDTF">2026-01-22T18:23:48Z</dcterms:modified>
</cp:coreProperties>
</file>